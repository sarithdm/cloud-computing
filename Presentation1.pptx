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94658"/>
  </p:normalViewPr>
  <p:slideViewPr>
    <p:cSldViewPr snapToGrid="0">
      <p:cViewPr varScale="1">
        <p:scale>
          <a:sx n="120" d="100"/>
          <a:sy n="120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3B296C-CACF-4BE8-A885-5BCCC225EFE7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6B7E251-5516-4FBC-A35C-AD03C88452A6}">
      <dgm:prSet/>
      <dgm:spPr/>
      <dgm:t>
        <a:bodyPr/>
        <a:lstStyle/>
        <a:p>
          <a:r>
            <a:rPr lang="en-IN"/>
            <a:t>Software as a Service</a:t>
          </a:r>
          <a:endParaRPr lang="en-US"/>
        </a:p>
      </dgm:t>
    </dgm:pt>
    <dgm:pt modelId="{4501553C-595D-41D7-A2E5-04B4AC69301C}" type="parTrans" cxnId="{A716815E-3D93-4EB0-B948-DDEA9162C077}">
      <dgm:prSet/>
      <dgm:spPr/>
      <dgm:t>
        <a:bodyPr/>
        <a:lstStyle/>
        <a:p>
          <a:endParaRPr lang="en-US"/>
        </a:p>
      </dgm:t>
    </dgm:pt>
    <dgm:pt modelId="{29F98252-6BA3-4FFE-BF8B-0F944D8AB0FC}" type="sibTrans" cxnId="{A716815E-3D93-4EB0-B948-DDEA9162C077}">
      <dgm:prSet/>
      <dgm:spPr/>
      <dgm:t>
        <a:bodyPr/>
        <a:lstStyle/>
        <a:p>
          <a:endParaRPr lang="en-US"/>
        </a:p>
      </dgm:t>
    </dgm:pt>
    <dgm:pt modelId="{4D5F8CDA-9CE1-4CD6-A9C1-CCA0F934B4E1}">
      <dgm:prSet/>
      <dgm:spPr/>
      <dgm:t>
        <a:bodyPr/>
        <a:lstStyle/>
        <a:p>
          <a:r>
            <a:rPr lang="en-IN"/>
            <a:t>Platform as a Service</a:t>
          </a:r>
          <a:endParaRPr lang="en-US"/>
        </a:p>
      </dgm:t>
    </dgm:pt>
    <dgm:pt modelId="{C1997DC7-5801-4F35-91E9-B879923B1CE7}" type="parTrans" cxnId="{5E19C9DB-9B9B-44FA-8F3A-CFCD77843A8D}">
      <dgm:prSet/>
      <dgm:spPr/>
      <dgm:t>
        <a:bodyPr/>
        <a:lstStyle/>
        <a:p>
          <a:endParaRPr lang="en-US"/>
        </a:p>
      </dgm:t>
    </dgm:pt>
    <dgm:pt modelId="{4FC84AE7-5657-4D9D-99C1-48850746C4ED}" type="sibTrans" cxnId="{5E19C9DB-9B9B-44FA-8F3A-CFCD77843A8D}">
      <dgm:prSet/>
      <dgm:spPr/>
      <dgm:t>
        <a:bodyPr/>
        <a:lstStyle/>
        <a:p>
          <a:endParaRPr lang="en-US"/>
        </a:p>
      </dgm:t>
    </dgm:pt>
    <dgm:pt modelId="{5B5E5DD4-0F53-4DA0-AED4-88F356AC2592}">
      <dgm:prSet/>
      <dgm:spPr/>
      <dgm:t>
        <a:bodyPr/>
        <a:lstStyle/>
        <a:p>
          <a:r>
            <a:rPr lang="en-IN"/>
            <a:t>Infrastructure as a Service</a:t>
          </a:r>
          <a:endParaRPr lang="en-US"/>
        </a:p>
      </dgm:t>
    </dgm:pt>
    <dgm:pt modelId="{6B913CE4-F753-4EF4-89E3-9F96FDCCF8B3}" type="parTrans" cxnId="{FFAA5532-3490-44EC-90A2-537AE11F6A1F}">
      <dgm:prSet/>
      <dgm:spPr/>
      <dgm:t>
        <a:bodyPr/>
        <a:lstStyle/>
        <a:p>
          <a:endParaRPr lang="en-US"/>
        </a:p>
      </dgm:t>
    </dgm:pt>
    <dgm:pt modelId="{F5993ADC-A43D-45D1-A953-B650F18956AF}" type="sibTrans" cxnId="{FFAA5532-3490-44EC-90A2-537AE11F6A1F}">
      <dgm:prSet/>
      <dgm:spPr/>
      <dgm:t>
        <a:bodyPr/>
        <a:lstStyle/>
        <a:p>
          <a:endParaRPr lang="en-US"/>
        </a:p>
      </dgm:t>
    </dgm:pt>
    <dgm:pt modelId="{6B49D9E3-A430-0C45-9171-FEA33E57619E}" type="pres">
      <dgm:prSet presAssocID="{7D3B296C-CACF-4BE8-A885-5BCCC225EFE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0157A1-F1CE-EB45-B169-2AE2A3D474F4}" type="pres">
      <dgm:prSet presAssocID="{F6B7E251-5516-4FBC-A35C-AD03C88452A6}" presName="root" presStyleCnt="0"/>
      <dgm:spPr/>
    </dgm:pt>
    <dgm:pt modelId="{7894AC2A-3013-A146-8411-D930CA741202}" type="pres">
      <dgm:prSet presAssocID="{F6B7E251-5516-4FBC-A35C-AD03C88452A6}" presName="rootComposite" presStyleCnt="0"/>
      <dgm:spPr/>
    </dgm:pt>
    <dgm:pt modelId="{E9DDD445-DB86-9B48-AA2E-EBFF6BE15295}" type="pres">
      <dgm:prSet presAssocID="{F6B7E251-5516-4FBC-A35C-AD03C88452A6}" presName="rootText" presStyleLbl="node1" presStyleIdx="0" presStyleCnt="3"/>
      <dgm:spPr/>
    </dgm:pt>
    <dgm:pt modelId="{562F5B9B-8D6F-1A49-95E3-232496C344C4}" type="pres">
      <dgm:prSet presAssocID="{F6B7E251-5516-4FBC-A35C-AD03C88452A6}" presName="rootConnector" presStyleLbl="node1" presStyleIdx="0" presStyleCnt="3"/>
      <dgm:spPr/>
    </dgm:pt>
    <dgm:pt modelId="{E09C1961-A872-3944-8F1B-898E5B39B707}" type="pres">
      <dgm:prSet presAssocID="{F6B7E251-5516-4FBC-A35C-AD03C88452A6}" presName="childShape" presStyleCnt="0"/>
      <dgm:spPr/>
    </dgm:pt>
    <dgm:pt modelId="{FB20F9ED-336E-7942-8EC8-47036EFE0108}" type="pres">
      <dgm:prSet presAssocID="{4D5F8CDA-9CE1-4CD6-A9C1-CCA0F934B4E1}" presName="root" presStyleCnt="0"/>
      <dgm:spPr/>
    </dgm:pt>
    <dgm:pt modelId="{CD63C0FC-1846-C54B-94D4-586AF2502A41}" type="pres">
      <dgm:prSet presAssocID="{4D5F8CDA-9CE1-4CD6-A9C1-CCA0F934B4E1}" presName="rootComposite" presStyleCnt="0"/>
      <dgm:spPr/>
    </dgm:pt>
    <dgm:pt modelId="{25EA2CA3-E472-B34E-B03E-8F0554101E74}" type="pres">
      <dgm:prSet presAssocID="{4D5F8CDA-9CE1-4CD6-A9C1-CCA0F934B4E1}" presName="rootText" presStyleLbl="node1" presStyleIdx="1" presStyleCnt="3"/>
      <dgm:spPr/>
    </dgm:pt>
    <dgm:pt modelId="{E4DDD0C1-46E2-274D-AD45-0869B803488A}" type="pres">
      <dgm:prSet presAssocID="{4D5F8CDA-9CE1-4CD6-A9C1-CCA0F934B4E1}" presName="rootConnector" presStyleLbl="node1" presStyleIdx="1" presStyleCnt="3"/>
      <dgm:spPr/>
    </dgm:pt>
    <dgm:pt modelId="{A1FD2B2B-51EF-424E-B8F1-2774C0242127}" type="pres">
      <dgm:prSet presAssocID="{4D5F8CDA-9CE1-4CD6-A9C1-CCA0F934B4E1}" presName="childShape" presStyleCnt="0"/>
      <dgm:spPr/>
    </dgm:pt>
    <dgm:pt modelId="{13141C40-1F0D-764A-A12F-A97FD45F40D9}" type="pres">
      <dgm:prSet presAssocID="{5B5E5DD4-0F53-4DA0-AED4-88F356AC2592}" presName="root" presStyleCnt="0"/>
      <dgm:spPr/>
    </dgm:pt>
    <dgm:pt modelId="{3209A016-4815-A540-97CE-360140C5601D}" type="pres">
      <dgm:prSet presAssocID="{5B5E5DD4-0F53-4DA0-AED4-88F356AC2592}" presName="rootComposite" presStyleCnt="0"/>
      <dgm:spPr/>
    </dgm:pt>
    <dgm:pt modelId="{FBEB29EF-5D78-724F-BBFC-B676D3C3742D}" type="pres">
      <dgm:prSet presAssocID="{5B5E5DD4-0F53-4DA0-AED4-88F356AC2592}" presName="rootText" presStyleLbl="node1" presStyleIdx="2" presStyleCnt="3"/>
      <dgm:spPr/>
    </dgm:pt>
    <dgm:pt modelId="{F7300FC7-B92C-414C-80C1-8F56BCEB670C}" type="pres">
      <dgm:prSet presAssocID="{5B5E5DD4-0F53-4DA0-AED4-88F356AC2592}" presName="rootConnector" presStyleLbl="node1" presStyleIdx="2" presStyleCnt="3"/>
      <dgm:spPr/>
    </dgm:pt>
    <dgm:pt modelId="{8099F67F-DC42-7E49-B768-5EA96DD367EE}" type="pres">
      <dgm:prSet presAssocID="{5B5E5DD4-0F53-4DA0-AED4-88F356AC2592}" presName="childShape" presStyleCnt="0"/>
      <dgm:spPr/>
    </dgm:pt>
  </dgm:ptLst>
  <dgm:cxnLst>
    <dgm:cxn modelId="{FFAA5532-3490-44EC-90A2-537AE11F6A1F}" srcId="{7D3B296C-CACF-4BE8-A885-5BCCC225EFE7}" destId="{5B5E5DD4-0F53-4DA0-AED4-88F356AC2592}" srcOrd="2" destOrd="0" parTransId="{6B913CE4-F753-4EF4-89E3-9F96FDCCF8B3}" sibTransId="{F5993ADC-A43D-45D1-A953-B650F18956AF}"/>
    <dgm:cxn modelId="{A716815E-3D93-4EB0-B948-DDEA9162C077}" srcId="{7D3B296C-CACF-4BE8-A885-5BCCC225EFE7}" destId="{F6B7E251-5516-4FBC-A35C-AD03C88452A6}" srcOrd="0" destOrd="0" parTransId="{4501553C-595D-41D7-A2E5-04B4AC69301C}" sibTransId="{29F98252-6BA3-4FFE-BF8B-0F944D8AB0FC}"/>
    <dgm:cxn modelId="{E31E0C6F-F727-A945-9726-65170ED965D8}" type="presOf" srcId="{4D5F8CDA-9CE1-4CD6-A9C1-CCA0F934B4E1}" destId="{25EA2CA3-E472-B34E-B03E-8F0554101E74}" srcOrd="0" destOrd="0" presId="urn:microsoft.com/office/officeart/2005/8/layout/hierarchy3"/>
    <dgm:cxn modelId="{73B75A86-2A31-EA4C-95A8-F08F1C323EA9}" type="presOf" srcId="{F6B7E251-5516-4FBC-A35C-AD03C88452A6}" destId="{E9DDD445-DB86-9B48-AA2E-EBFF6BE15295}" srcOrd="0" destOrd="0" presId="urn:microsoft.com/office/officeart/2005/8/layout/hierarchy3"/>
    <dgm:cxn modelId="{0C392A9A-6753-6047-B39B-4C0A81396591}" type="presOf" srcId="{4D5F8CDA-9CE1-4CD6-A9C1-CCA0F934B4E1}" destId="{E4DDD0C1-46E2-274D-AD45-0869B803488A}" srcOrd="1" destOrd="0" presId="urn:microsoft.com/office/officeart/2005/8/layout/hierarchy3"/>
    <dgm:cxn modelId="{9DE1EACC-DAB9-D148-87A6-291131D86355}" type="presOf" srcId="{5B5E5DD4-0F53-4DA0-AED4-88F356AC2592}" destId="{FBEB29EF-5D78-724F-BBFC-B676D3C3742D}" srcOrd="0" destOrd="0" presId="urn:microsoft.com/office/officeart/2005/8/layout/hierarchy3"/>
    <dgm:cxn modelId="{2C0855D5-E041-2C4E-B808-A6B2403B3FCF}" type="presOf" srcId="{F6B7E251-5516-4FBC-A35C-AD03C88452A6}" destId="{562F5B9B-8D6F-1A49-95E3-232496C344C4}" srcOrd="1" destOrd="0" presId="urn:microsoft.com/office/officeart/2005/8/layout/hierarchy3"/>
    <dgm:cxn modelId="{5E19C9DB-9B9B-44FA-8F3A-CFCD77843A8D}" srcId="{7D3B296C-CACF-4BE8-A885-5BCCC225EFE7}" destId="{4D5F8CDA-9CE1-4CD6-A9C1-CCA0F934B4E1}" srcOrd="1" destOrd="0" parTransId="{C1997DC7-5801-4F35-91E9-B879923B1CE7}" sibTransId="{4FC84AE7-5657-4D9D-99C1-48850746C4ED}"/>
    <dgm:cxn modelId="{EEF365F7-AC80-6640-8EF9-CECCE8612A2A}" type="presOf" srcId="{7D3B296C-CACF-4BE8-A885-5BCCC225EFE7}" destId="{6B49D9E3-A430-0C45-9171-FEA33E57619E}" srcOrd="0" destOrd="0" presId="urn:microsoft.com/office/officeart/2005/8/layout/hierarchy3"/>
    <dgm:cxn modelId="{9E6AC5FD-5D72-5F47-AD9C-C04244CB3438}" type="presOf" srcId="{5B5E5DD4-0F53-4DA0-AED4-88F356AC2592}" destId="{F7300FC7-B92C-414C-80C1-8F56BCEB670C}" srcOrd="1" destOrd="0" presId="urn:microsoft.com/office/officeart/2005/8/layout/hierarchy3"/>
    <dgm:cxn modelId="{5E0ED8CA-CB03-A646-A108-9DEE0C484647}" type="presParOf" srcId="{6B49D9E3-A430-0C45-9171-FEA33E57619E}" destId="{360157A1-F1CE-EB45-B169-2AE2A3D474F4}" srcOrd="0" destOrd="0" presId="urn:microsoft.com/office/officeart/2005/8/layout/hierarchy3"/>
    <dgm:cxn modelId="{8D7A81C6-50BC-5C4F-B441-9AE0372D3EE9}" type="presParOf" srcId="{360157A1-F1CE-EB45-B169-2AE2A3D474F4}" destId="{7894AC2A-3013-A146-8411-D930CA741202}" srcOrd="0" destOrd="0" presId="urn:microsoft.com/office/officeart/2005/8/layout/hierarchy3"/>
    <dgm:cxn modelId="{B197A141-6FB1-B54A-B723-912F29308D48}" type="presParOf" srcId="{7894AC2A-3013-A146-8411-D930CA741202}" destId="{E9DDD445-DB86-9B48-AA2E-EBFF6BE15295}" srcOrd="0" destOrd="0" presId="urn:microsoft.com/office/officeart/2005/8/layout/hierarchy3"/>
    <dgm:cxn modelId="{A72F9B3A-0C33-6F4F-B3F5-2F8BEB61BC2E}" type="presParOf" srcId="{7894AC2A-3013-A146-8411-D930CA741202}" destId="{562F5B9B-8D6F-1A49-95E3-232496C344C4}" srcOrd="1" destOrd="0" presId="urn:microsoft.com/office/officeart/2005/8/layout/hierarchy3"/>
    <dgm:cxn modelId="{C1B8CEFE-468F-5849-BC0D-22A3C06AAE21}" type="presParOf" srcId="{360157A1-F1CE-EB45-B169-2AE2A3D474F4}" destId="{E09C1961-A872-3944-8F1B-898E5B39B707}" srcOrd="1" destOrd="0" presId="urn:microsoft.com/office/officeart/2005/8/layout/hierarchy3"/>
    <dgm:cxn modelId="{A96D716A-9609-444F-AAEF-02FFAF3BD92D}" type="presParOf" srcId="{6B49D9E3-A430-0C45-9171-FEA33E57619E}" destId="{FB20F9ED-336E-7942-8EC8-47036EFE0108}" srcOrd="1" destOrd="0" presId="urn:microsoft.com/office/officeart/2005/8/layout/hierarchy3"/>
    <dgm:cxn modelId="{866EFF0E-29D3-CE4F-8417-B05E5D7F36F4}" type="presParOf" srcId="{FB20F9ED-336E-7942-8EC8-47036EFE0108}" destId="{CD63C0FC-1846-C54B-94D4-586AF2502A41}" srcOrd="0" destOrd="0" presId="urn:microsoft.com/office/officeart/2005/8/layout/hierarchy3"/>
    <dgm:cxn modelId="{F8F5F711-FEEB-AC46-A83E-2BED3DBC9DBD}" type="presParOf" srcId="{CD63C0FC-1846-C54B-94D4-586AF2502A41}" destId="{25EA2CA3-E472-B34E-B03E-8F0554101E74}" srcOrd="0" destOrd="0" presId="urn:microsoft.com/office/officeart/2005/8/layout/hierarchy3"/>
    <dgm:cxn modelId="{08C7E75F-5C27-7844-B191-B7A2B58B4CA0}" type="presParOf" srcId="{CD63C0FC-1846-C54B-94D4-586AF2502A41}" destId="{E4DDD0C1-46E2-274D-AD45-0869B803488A}" srcOrd="1" destOrd="0" presId="urn:microsoft.com/office/officeart/2005/8/layout/hierarchy3"/>
    <dgm:cxn modelId="{75A979B2-6A25-2A4A-B9FE-0C79EFE47408}" type="presParOf" srcId="{FB20F9ED-336E-7942-8EC8-47036EFE0108}" destId="{A1FD2B2B-51EF-424E-B8F1-2774C0242127}" srcOrd="1" destOrd="0" presId="urn:microsoft.com/office/officeart/2005/8/layout/hierarchy3"/>
    <dgm:cxn modelId="{44E74630-6E3C-BA43-B069-0534938DBEDF}" type="presParOf" srcId="{6B49D9E3-A430-0C45-9171-FEA33E57619E}" destId="{13141C40-1F0D-764A-A12F-A97FD45F40D9}" srcOrd="2" destOrd="0" presId="urn:microsoft.com/office/officeart/2005/8/layout/hierarchy3"/>
    <dgm:cxn modelId="{DC0605A9-BD92-A14D-B004-C9DD9D71038E}" type="presParOf" srcId="{13141C40-1F0D-764A-A12F-A97FD45F40D9}" destId="{3209A016-4815-A540-97CE-360140C5601D}" srcOrd="0" destOrd="0" presId="urn:microsoft.com/office/officeart/2005/8/layout/hierarchy3"/>
    <dgm:cxn modelId="{B98EC044-4AB0-E74D-9F37-0D790B7B0D2A}" type="presParOf" srcId="{3209A016-4815-A540-97CE-360140C5601D}" destId="{FBEB29EF-5D78-724F-BBFC-B676D3C3742D}" srcOrd="0" destOrd="0" presId="urn:microsoft.com/office/officeart/2005/8/layout/hierarchy3"/>
    <dgm:cxn modelId="{323C2A39-5A1B-DA47-9C64-2B18C755D1DB}" type="presParOf" srcId="{3209A016-4815-A540-97CE-360140C5601D}" destId="{F7300FC7-B92C-414C-80C1-8F56BCEB670C}" srcOrd="1" destOrd="0" presId="urn:microsoft.com/office/officeart/2005/8/layout/hierarchy3"/>
    <dgm:cxn modelId="{D086DE2E-FD38-8846-8C53-74941CFB0739}" type="presParOf" srcId="{13141C40-1F0D-764A-A12F-A97FD45F40D9}" destId="{8099F67F-DC42-7E49-B768-5EA96DD367EE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80FAA9-C654-4426-A175-7C120E116072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3F71505-A6F4-4D92-BBD8-4DF027D4F6B4}">
      <dgm:prSet/>
      <dgm:spPr/>
      <dgm:t>
        <a:bodyPr/>
        <a:lstStyle/>
        <a:p>
          <a:r>
            <a:rPr lang="en-IN"/>
            <a:t>Private Cloud</a:t>
          </a:r>
          <a:endParaRPr lang="en-US"/>
        </a:p>
      </dgm:t>
    </dgm:pt>
    <dgm:pt modelId="{27FA9981-34CA-4CE6-A270-D0617263B0C0}" type="parTrans" cxnId="{0ECB2343-C54F-49EF-99ED-A587AFC8900D}">
      <dgm:prSet/>
      <dgm:spPr/>
      <dgm:t>
        <a:bodyPr/>
        <a:lstStyle/>
        <a:p>
          <a:endParaRPr lang="en-US"/>
        </a:p>
      </dgm:t>
    </dgm:pt>
    <dgm:pt modelId="{B07D97DB-3A5A-4E39-81D6-96744B7DF063}" type="sibTrans" cxnId="{0ECB2343-C54F-49EF-99ED-A587AFC8900D}">
      <dgm:prSet/>
      <dgm:spPr/>
      <dgm:t>
        <a:bodyPr/>
        <a:lstStyle/>
        <a:p>
          <a:endParaRPr lang="en-US"/>
        </a:p>
      </dgm:t>
    </dgm:pt>
    <dgm:pt modelId="{496EE870-7F2A-4DA6-AFB3-9801FE749A51}">
      <dgm:prSet/>
      <dgm:spPr/>
      <dgm:t>
        <a:bodyPr/>
        <a:lstStyle/>
        <a:p>
          <a:r>
            <a:rPr lang="en-IN"/>
            <a:t>Public Cloud</a:t>
          </a:r>
          <a:endParaRPr lang="en-US"/>
        </a:p>
      </dgm:t>
    </dgm:pt>
    <dgm:pt modelId="{A2BC707A-22B5-4734-B724-76D4E6E059BD}" type="parTrans" cxnId="{DE74650C-4249-4F29-A173-A7B9A416C058}">
      <dgm:prSet/>
      <dgm:spPr/>
      <dgm:t>
        <a:bodyPr/>
        <a:lstStyle/>
        <a:p>
          <a:endParaRPr lang="en-US"/>
        </a:p>
      </dgm:t>
    </dgm:pt>
    <dgm:pt modelId="{6587E004-5C11-437E-9E1F-25268F8D1B2B}" type="sibTrans" cxnId="{DE74650C-4249-4F29-A173-A7B9A416C058}">
      <dgm:prSet/>
      <dgm:spPr/>
      <dgm:t>
        <a:bodyPr/>
        <a:lstStyle/>
        <a:p>
          <a:endParaRPr lang="en-US"/>
        </a:p>
      </dgm:t>
    </dgm:pt>
    <dgm:pt modelId="{B8A976A9-2D90-4E09-A8BB-EA78CC16BDC8}">
      <dgm:prSet/>
      <dgm:spPr/>
      <dgm:t>
        <a:bodyPr/>
        <a:lstStyle/>
        <a:p>
          <a:r>
            <a:rPr lang="en-IN"/>
            <a:t>Community Cloud</a:t>
          </a:r>
          <a:endParaRPr lang="en-US"/>
        </a:p>
      </dgm:t>
    </dgm:pt>
    <dgm:pt modelId="{7D32DF92-2202-4C55-A997-D90E64CBD980}" type="parTrans" cxnId="{6602493D-A8CA-45B3-AC81-5D01D89F448D}">
      <dgm:prSet/>
      <dgm:spPr/>
      <dgm:t>
        <a:bodyPr/>
        <a:lstStyle/>
        <a:p>
          <a:endParaRPr lang="en-US"/>
        </a:p>
      </dgm:t>
    </dgm:pt>
    <dgm:pt modelId="{1F25E43D-E48E-4B00-ACFE-28A1BE248597}" type="sibTrans" cxnId="{6602493D-A8CA-45B3-AC81-5D01D89F448D}">
      <dgm:prSet/>
      <dgm:spPr/>
      <dgm:t>
        <a:bodyPr/>
        <a:lstStyle/>
        <a:p>
          <a:endParaRPr lang="en-US"/>
        </a:p>
      </dgm:t>
    </dgm:pt>
    <dgm:pt modelId="{DAD73D7B-EAD6-4833-84F0-773A6105B01B}">
      <dgm:prSet/>
      <dgm:spPr/>
      <dgm:t>
        <a:bodyPr/>
        <a:lstStyle/>
        <a:p>
          <a:r>
            <a:rPr lang="en-IN"/>
            <a:t>Hybrid Cloud</a:t>
          </a:r>
          <a:endParaRPr lang="en-US"/>
        </a:p>
      </dgm:t>
    </dgm:pt>
    <dgm:pt modelId="{E88C52C2-4DBA-42F5-99FF-8280B15EAAB6}" type="parTrans" cxnId="{B4DE2956-00EE-4C95-A882-A945BE67F008}">
      <dgm:prSet/>
      <dgm:spPr/>
      <dgm:t>
        <a:bodyPr/>
        <a:lstStyle/>
        <a:p>
          <a:endParaRPr lang="en-US"/>
        </a:p>
      </dgm:t>
    </dgm:pt>
    <dgm:pt modelId="{5AB9C00C-3FD5-41AA-B0DD-15734CB965AA}" type="sibTrans" cxnId="{B4DE2956-00EE-4C95-A882-A945BE67F008}">
      <dgm:prSet/>
      <dgm:spPr/>
      <dgm:t>
        <a:bodyPr/>
        <a:lstStyle/>
        <a:p>
          <a:endParaRPr lang="en-US"/>
        </a:p>
      </dgm:t>
    </dgm:pt>
    <dgm:pt modelId="{CB9E8F47-6D52-2E4E-9EED-475069D1AA50}" type="pres">
      <dgm:prSet presAssocID="{C880FAA9-C654-4426-A175-7C120E116072}" presName="Name0" presStyleCnt="0">
        <dgm:presLayoutVars>
          <dgm:dir/>
          <dgm:animLvl val="lvl"/>
          <dgm:resizeHandles val="exact"/>
        </dgm:presLayoutVars>
      </dgm:prSet>
      <dgm:spPr/>
    </dgm:pt>
    <dgm:pt modelId="{FFF374DD-6AA0-264B-9AD9-4A47C13CA7DE}" type="pres">
      <dgm:prSet presAssocID="{F3F71505-A6F4-4D92-BBD8-4DF027D4F6B4}" presName="linNode" presStyleCnt="0"/>
      <dgm:spPr/>
    </dgm:pt>
    <dgm:pt modelId="{9308C3E4-39C0-A04F-8A8B-ED3D4B0A291F}" type="pres">
      <dgm:prSet presAssocID="{F3F71505-A6F4-4D92-BBD8-4DF027D4F6B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509172D1-C569-A940-BD20-0DAE261977A6}" type="pres">
      <dgm:prSet presAssocID="{B07D97DB-3A5A-4E39-81D6-96744B7DF063}" presName="sp" presStyleCnt="0"/>
      <dgm:spPr/>
    </dgm:pt>
    <dgm:pt modelId="{81F78E4E-849A-5641-B7B9-6742B8758558}" type="pres">
      <dgm:prSet presAssocID="{496EE870-7F2A-4DA6-AFB3-9801FE749A51}" presName="linNode" presStyleCnt="0"/>
      <dgm:spPr/>
    </dgm:pt>
    <dgm:pt modelId="{9A9BD3BD-B7A6-024F-92F6-C0F633C01707}" type="pres">
      <dgm:prSet presAssocID="{496EE870-7F2A-4DA6-AFB3-9801FE749A51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808FE781-14C7-A54D-9781-2D74801E3725}" type="pres">
      <dgm:prSet presAssocID="{6587E004-5C11-437E-9E1F-25268F8D1B2B}" presName="sp" presStyleCnt="0"/>
      <dgm:spPr/>
    </dgm:pt>
    <dgm:pt modelId="{ABE774E7-3FD3-3043-B6B9-2CD5C910B68E}" type="pres">
      <dgm:prSet presAssocID="{B8A976A9-2D90-4E09-A8BB-EA78CC16BDC8}" presName="linNode" presStyleCnt="0"/>
      <dgm:spPr/>
    </dgm:pt>
    <dgm:pt modelId="{95C61753-7CD2-F140-8C57-D14D59652815}" type="pres">
      <dgm:prSet presAssocID="{B8A976A9-2D90-4E09-A8BB-EA78CC16BDC8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7A7E9E3-9A75-F147-9446-4AF5074688DC}" type="pres">
      <dgm:prSet presAssocID="{1F25E43D-E48E-4B00-ACFE-28A1BE248597}" presName="sp" presStyleCnt="0"/>
      <dgm:spPr/>
    </dgm:pt>
    <dgm:pt modelId="{C466DA74-3FD9-014D-931F-AE36E7EC53DF}" type="pres">
      <dgm:prSet presAssocID="{DAD73D7B-EAD6-4833-84F0-773A6105B01B}" presName="linNode" presStyleCnt="0"/>
      <dgm:spPr/>
    </dgm:pt>
    <dgm:pt modelId="{AFEB3023-0190-DE4F-9AED-7102C379348B}" type="pres">
      <dgm:prSet presAssocID="{DAD73D7B-EAD6-4833-84F0-773A6105B01B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DE74650C-4249-4F29-A173-A7B9A416C058}" srcId="{C880FAA9-C654-4426-A175-7C120E116072}" destId="{496EE870-7F2A-4DA6-AFB3-9801FE749A51}" srcOrd="1" destOrd="0" parTransId="{A2BC707A-22B5-4734-B724-76D4E6E059BD}" sibTransId="{6587E004-5C11-437E-9E1F-25268F8D1B2B}"/>
    <dgm:cxn modelId="{9434DB16-0F5B-1045-AB5B-9D5C15F26FBD}" type="presOf" srcId="{496EE870-7F2A-4DA6-AFB3-9801FE749A51}" destId="{9A9BD3BD-B7A6-024F-92F6-C0F633C01707}" srcOrd="0" destOrd="0" presId="urn:microsoft.com/office/officeart/2005/8/layout/vList5"/>
    <dgm:cxn modelId="{6602493D-A8CA-45B3-AC81-5D01D89F448D}" srcId="{C880FAA9-C654-4426-A175-7C120E116072}" destId="{B8A976A9-2D90-4E09-A8BB-EA78CC16BDC8}" srcOrd="2" destOrd="0" parTransId="{7D32DF92-2202-4C55-A997-D90E64CBD980}" sibTransId="{1F25E43D-E48E-4B00-ACFE-28A1BE248597}"/>
    <dgm:cxn modelId="{0ECB2343-C54F-49EF-99ED-A587AFC8900D}" srcId="{C880FAA9-C654-4426-A175-7C120E116072}" destId="{F3F71505-A6F4-4D92-BBD8-4DF027D4F6B4}" srcOrd="0" destOrd="0" parTransId="{27FA9981-34CA-4CE6-A270-D0617263B0C0}" sibTransId="{B07D97DB-3A5A-4E39-81D6-96744B7DF063}"/>
    <dgm:cxn modelId="{B4DE2956-00EE-4C95-A882-A945BE67F008}" srcId="{C880FAA9-C654-4426-A175-7C120E116072}" destId="{DAD73D7B-EAD6-4833-84F0-773A6105B01B}" srcOrd="3" destOrd="0" parTransId="{E88C52C2-4DBA-42F5-99FF-8280B15EAAB6}" sibTransId="{5AB9C00C-3FD5-41AA-B0DD-15734CB965AA}"/>
    <dgm:cxn modelId="{7A5C6357-F574-DE4C-82D0-299DA8B0E3A7}" type="presOf" srcId="{F3F71505-A6F4-4D92-BBD8-4DF027D4F6B4}" destId="{9308C3E4-39C0-A04F-8A8B-ED3D4B0A291F}" srcOrd="0" destOrd="0" presId="urn:microsoft.com/office/officeart/2005/8/layout/vList5"/>
    <dgm:cxn modelId="{E8925258-1663-6C45-897F-8357331A5BE3}" type="presOf" srcId="{C880FAA9-C654-4426-A175-7C120E116072}" destId="{CB9E8F47-6D52-2E4E-9EED-475069D1AA50}" srcOrd="0" destOrd="0" presId="urn:microsoft.com/office/officeart/2005/8/layout/vList5"/>
    <dgm:cxn modelId="{2AB3A7C7-10CA-EF47-AAFA-FA9D6E78D21C}" type="presOf" srcId="{B8A976A9-2D90-4E09-A8BB-EA78CC16BDC8}" destId="{95C61753-7CD2-F140-8C57-D14D59652815}" srcOrd="0" destOrd="0" presId="urn:microsoft.com/office/officeart/2005/8/layout/vList5"/>
    <dgm:cxn modelId="{F905A6EE-C072-C74E-A1BC-505876E23681}" type="presOf" srcId="{DAD73D7B-EAD6-4833-84F0-773A6105B01B}" destId="{AFEB3023-0190-DE4F-9AED-7102C379348B}" srcOrd="0" destOrd="0" presId="urn:microsoft.com/office/officeart/2005/8/layout/vList5"/>
    <dgm:cxn modelId="{970FACAB-5177-3644-83A3-3347DD72DB7B}" type="presParOf" srcId="{CB9E8F47-6D52-2E4E-9EED-475069D1AA50}" destId="{FFF374DD-6AA0-264B-9AD9-4A47C13CA7DE}" srcOrd="0" destOrd="0" presId="urn:microsoft.com/office/officeart/2005/8/layout/vList5"/>
    <dgm:cxn modelId="{6A7E0B29-7065-4945-BDBE-2AAA334FFABC}" type="presParOf" srcId="{FFF374DD-6AA0-264B-9AD9-4A47C13CA7DE}" destId="{9308C3E4-39C0-A04F-8A8B-ED3D4B0A291F}" srcOrd="0" destOrd="0" presId="urn:microsoft.com/office/officeart/2005/8/layout/vList5"/>
    <dgm:cxn modelId="{BAC4290A-8CDA-C245-B8E8-4E1840A1DD2F}" type="presParOf" srcId="{CB9E8F47-6D52-2E4E-9EED-475069D1AA50}" destId="{509172D1-C569-A940-BD20-0DAE261977A6}" srcOrd="1" destOrd="0" presId="urn:microsoft.com/office/officeart/2005/8/layout/vList5"/>
    <dgm:cxn modelId="{9B5E35D5-4783-A74B-8374-E8061A086E24}" type="presParOf" srcId="{CB9E8F47-6D52-2E4E-9EED-475069D1AA50}" destId="{81F78E4E-849A-5641-B7B9-6742B8758558}" srcOrd="2" destOrd="0" presId="urn:microsoft.com/office/officeart/2005/8/layout/vList5"/>
    <dgm:cxn modelId="{D7581A29-3A0E-034B-B59A-84BD0393C51B}" type="presParOf" srcId="{81F78E4E-849A-5641-B7B9-6742B8758558}" destId="{9A9BD3BD-B7A6-024F-92F6-C0F633C01707}" srcOrd="0" destOrd="0" presId="urn:microsoft.com/office/officeart/2005/8/layout/vList5"/>
    <dgm:cxn modelId="{94642698-B0C6-C94C-B9EF-428260C5E255}" type="presParOf" srcId="{CB9E8F47-6D52-2E4E-9EED-475069D1AA50}" destId="{808FE781-14C7-A54D-9781-2D74801E3725}" srcOrd="3" destOrd="0" presId="urn:microsoft.com/office/officeart/2005/8/layout/vList5"/>
    <dgm:cxn modelId="{A532D614-4F9D-884C-B352-47F9808E7CAB}" type="presParOf" srcId="{CB9E8F47-6D52-2E4E-9EED-475069D1AA50}" destId="{ABE774E7-3FD3-3043-B6B9-2CD5C910B68E}" srcOrd="4" destOrd="0" presId="urn:microsoft.com/office/officeart/2005/8/layout/vList5"/>
    <dgm:cxn modelId="{B2BEBFD9-7190-354A-BFC1-57757EF1A903}" type="presParOf" srcId="{ABE774E7-3FD3-3043-B6B9-2CD5C910B68E}" destId="{95C61753-7CD2-F140-8C57-D14D59652815}" srcOrd="0" destOrd="0" presId="urn:microsoft.com/office/officeart/2005/8/layout/vList5"/>
    <dgm:cxn modelId="{553374DA-6807-4941-B351-BB19C80DDA70}" type="presParOf" srcId="{CB9E8F47-6D52-2E4E-9EED-475069D1AA50}" destId="{97A7E9E3-9A75-F147-9446-4AF5074688DC}" srcOrd="5" destOrd="0" presId="urn:microsoft.com/office/officeart/2005/8/layout/vList5"/>
    <dgm:cxn modelId="{48923534-4AC1-B349-9A58-88CD6A6288B9}" type="presParOf" srcId="{CB9E8F47-6D52-2E4E-9EED-475069D1AA50}" destId="{C466DA74-3FD9-014D-931F-AE36E7EC53DF}" srcOrd="6" destOrd="0" presId="urn:microsoft.com/office/officeart/2005/8/layout/vList5"/>
    <dgm:cxn modelId="{1A380CE8-042B-1A4A-B51A-B6B7A353733B}" type="presParOf" srcId="{C466DA74-3FD9-014D-931F-AE36E7EC53DF}" destId="{AFEB3023-0190-DE4F-9AED-7102C379348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0EDD01-5B1C-496E-B1A8-057B8391396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F73AF42-E048-4B69-BDCF-19328EDC6322}">
      <dgm:prSet/>
      <dgm:spPr/>
      <dgm:t>
        <a:bodyPr/>
        <a:lstStyle/>
        <a:p>
          <a:r>
            <a:rPr lang="en-IN"/>
            <a:t>Rapid elasticity</a:t>
          </a:r>
          <a:endParaRPr lang="en-US"/>
        </a:p>
      </dgm:t>
    </dgm:pt>
    <dgm:pt modelId="{19127963-E4D6-4482-807C-2D99D24976F1}" type="parTrans" cxnId="{A437CBB3-5195-406D-BE32-1B4439F604F3}">
      <dgm:prSet/>
      <dgm:spPr/>
      <dgm:t>
        <a:bodyPr/>
        <a:lstStyle/>
        <a:p>
          <a:endParaRPr lang="en-US"/>
        </a:p>
      </dgm:t>
    </dgm:pt>
    <dgm:pt modelId="{843C4452-37AE-4DC6-ADD0-93F3738AB703}" type="sibTrans" cxnId="{A437CBB3-5195-406D-BE32-1B4439F604F3}">
      <dgm:prSet/>
      <dgm:spPr/>
      <dgm:t>
        <a:bodyPr/>
        <a:lstStyle/>
        <a:p>
          <a:endParaRPr lang="en-US"/>
        </a:p>
      </dgm:t>
    </dgm:pt>
    <dgm:pt modelId="{8555295A-F4A6-471A-ACAA-856D7BC465D4}">
      <dgm:prSet/>
      <dgm:spPr/>
      <dgm:t>
        <a:bodyPr/>
        <a:lstStyle/>
        <a:p>
          <a:r>
            <a:rPr lang="en-IN"/>
            <a:t>Measured service</a:t>
          </a:r>
          <a:endParaRPr lang="en-US"/>
        </a:p>
      </dgm:t>
    </dgm:pt>
    <dgm:pt modelId="{BACF87A4-38E0-4F1C-AAE4-7A62A9D23F84}" type="parTrans" cxnId="{87893F62-61E9-4D5D-BA48-1213B2AE28C3}">
      <dgm:prSet/>
      <dgm:spPr/>
      <dgm:t>
        <a:bodyPr/>
        <a:lstStyle/>
        <a:p>
          <a:endParaRPr lang="en-US"/>
        </a:p>
      </dgm:t>
    </dgm:pt>
    <dgm:pt modelId="{BD7739AF-2803-4C59-A38C-C72EEB392C7A}" type="sibTrans" cxnId="{87893F62-61E9-4D5D-BA48-1213B2AE28C3}">
      <dgm:prSet/>
      <dgm:spPr/>
      <dgm:t>
        <a:bodyPr/>
        <a:lstStyle/>
        <a:p>
          <a:endParaRPr lang="en-US"/>
        </a:p>
      </dgm:t>
    </dgm:pt>
    <dgm:pt modelId="{EF43326D-8713-499B-B5EF-215A21C6FC31}">
      <dgm:prSet/>
      <dgm:spPr/>
      <dgm:t>
        <a:bodyPr/>
        <a:lstStyle/>
        <a:p>
          <a:r>
            <a:rPr lang="en-IN"/>
            <a:t>On-demand self-service</a:t>
          </a:r>
          <a:endParaRPr lang="en-US"/>
        </a:p>
      </dgm:t>
    </dgm:pt>
    <dgm:pt modelId="{FFFFA38B-BDE9-4538-8F73-B8E81080636A}" type="parTrans" cxnId="{722D82F1-D633-4D16-88F8-7663FB4EAC0B}">
      <dgm:prSet/>
      <dgm:spPr/>
      <dgm:t>
        <a:bodyPr/>
        <a:lstStyle/>
        <a:p>
          <a:endParaRPr lang="en-US"/>
        </a:p>
      </dgm:t>
    </dgm:pt>
    <dgm:pt modelId="{14D5174A-021A-414F-BD54-64740DEE912F}" type="sibTrans" cxnId="{722D82F1-D633-4D16-88F8-7663FB4EAC0B}">
      <dgm:prSet/>
      <dgm:spPr/>
      <dgm:t>
        <a:bodyPr/>
        <a:lstStyle/>
        <a:p>
          <a:endParaRPr lang="en-US"/>
        </a:p>
      </dgm:t>
    </dgm:pt>
    <dgm:pt modelId="{536B15C0-FD39-4EC6-A995-0EBFD5C4BE61}">
      <dgm:prSet/>
      <dgm:spPr/>
      <dgm:t>
        <a:bodyPr/>
        <a:lstStyle/>
        <a:p>
          <a:r>
            <a:rPr lang="en-IN"/>
            <a:t>Ubiquitous network access</a:t>
          </a:r>
          <a:endParaRPr lang="en-US"/>
        </a:p>
      </dgm:t>
    </dgm:pt>
    <dgm:pt modelId="{B33D8032-5BB6-4772-8E3C-3CFD7D1032C6}" type="parTrans" cxnId="{DF1F3D46-75E7-46D8-8CD3-73FAEEF4AFCD}">
      <dgm:prSet/>
      <dgm:spPr/>
      <dgm:t>
        <a:bodyPr/>
        <a:lstStyle/>
        <a:p>
          <a:endParaRPr lang="en-US"/>
        </a:p>
      </dgm:t>
    </dgm:pt>
    <dgm:pt modelId="{5AE86535-6EDD-4B1B-BBB3-4A09A39D494D}" type="sibTrans" cxnId="{DF1F3D46-75E7-46D8-8CD3-73FAEEF4AFCD}">
      <dgm:prSet/>
      <dgm:spPr/>
      <dgm:t>
        <a:bodyPr/>
        <a:lstStyle/>
        <a:p>
          <a:endParaRPr lang="en-US"/>
        </a:p>
      </dgm:t>
    </dgm:pt>
    <dgm:pt modelId="{0F63EC2F-2CC4-40F5-A5CE-5817720A1D1B}">
      <dgm:prSet/>
      <dgm:spPr/>
      <dgm:t>
        <a:bodyPr/>
        <a:lstStyle/>
        <a:p>
          <a:r>
            <a:rPr lang="en-IN"/>
            <a:t>Resource pooling</a:t>
          </a:r>
          <a:endParaRPr lang="en-US"/>
        </a:p>
      </dgm:t>
    </dgm:pt>
    <dgm:pt modelId="{F25B5E8A-C278-41FC-845A-3ED3B4572081}" type="parTrans" cxnId="{76D3F2E7-316A-4136-8D1D-E1ADE6383561}">
      <dgm:prSet/>
      <dgm:spPr/>
      <dgm:t>
        <a:bodyPr/>
        <a:lstStyle/>
        <a:p>
          <a:endParaRPr lang="en-US"/>
        </a:p>
      </dgm:t>
    </dgm:pt>
    <dgm:pt modelId="{1145B63D-F3ED-4E46-89E5-7A7D71889075}" type="sibTrans" cxnId="{76D3F2E7-316A-4136-8D1D-E1ADE6383561}">
      <dgm:prSet/>
      <dgm:spPr/>
      <dgm:t>
        <a:bodyPr/>
        <a:lstStyle/>
        <a:p>
          <a:endParaRPr lang="en-US"/>
        </a:p>
      </dgm:t>
    </dgm:pt>
    <dgm:pt modelId="{DEA75B3A-5045-634C-9860-5C1078465577}" type="pres">
      <dgm:prSet presAssocID="{4D0EDD01-5B1C-496E-B1A8-057B8391396C}" presName="diagram" presStyleCnt="0">
        <dgm:presLayoutVars>
          <dgm:dir/>
          <dgm:resizeHandles val="exact"/>
        </dgm:presLayoutVars>
      </dgm:prSet>
      <dgm:spPr/>
    </dgm:pt>
    <dgm:pt modelId="{B1A4926F-3B7A-684A-8676-69E248D89DE0}" type="pres">
      <dgm:prSet presAssocID="{3F73AF42-E048-4B69-BDCF-19328EDC6322}" presName="node" presStyleLbl="node1" presStyleIdx="0" presStyleCnt="5">
        <dgm:presLayoutVars>
          <dgm:bulletEnabled val="1"/>
        </dgm:presLayoutVars>
      </dgm:prSet>
      <dgm:spPr/>
    </dgm:pt>
    <dgm:pt modelId="{6D7267C9-F4C9-0147-97AD-3134D38E1E13}" type="pres">
      <dgm:prSet presAssocID="{843C4452-37AE-4DC6-ADD0-93F3738AB703}" presName="sibTrans" presStyleCnt="0"/>
      <dgm:spPr/>
    </dgm:pt>
    <dgm:pt modelId="{385F78C5-71D5-B948-BC8D-C7A352EACE09}" type="pres">
      <dgm:prSet presAssocID="{8555295A-F4A6-471A-ACAA-856D7BC465D4}" presName="node" presStyleLbl="node1" presStyleIdx="1" presStyleCnt="5">
        <dgm:presLayoutVars>
          <dgm:bulletEnabled val="1"/>
        </dgm:presLayoutVars>
      </dgm:prSet>
      <dgm:spPr/>
    </dgm:pt>
    <dgm:pt modelId="{C6AA98F4-11E1-D64E-88D0-BFDE64673DF6}" type="pres">
      <dgm:prSet presAssocID="{BD7739AF-2803-4C59-A38C-C72EEB392C7A}" presName="sibTrans" presStyleCnt="0"/>
      <dgm:spPr/>
    </dgm:pt>
    <dgm:pt modelId="{365164CE-671E-FC49-8199-1C960C97A4DC}" type="pres">
      <dgm:prSet presAssocID="{EF43326D-8713-499B-B5EF-215A21C6FC31}" presName="node" presStyleLbl="node1" presStyleIdx="2" presStyleCnt="5">
        <dgm:presLayoutVars>
          <dgm:bulletEnabled val="1"/>
        </dgm:presLayoutVars>
      </dgm:prSet>
      <dgm:spPr/>
    </dgm:pt>
    <dgm:pt modelId="{653DD827-687E-AD4B-BA26-6FFD5329D933}" type="pres">
      <dgm:prSet presAssocID="{14D5174A-021A-414F-BD54-64740DEE912F}" presName="sibTrans" presStyleCnt="0"/>
      <dgm:spPr/>
    </dgm:pt>
    <dgm:pt modelId="{26D550A8-BBD9-1347-9A05-799733C52C46}" type="pres">
      <dgm:prSet presAssocID="{536B15C0-FD39-4EC6-A995-0EBFD5C4BE61}" presName="node" presStyleLbl="node1" presStyleIdx="3" presStyleCnt="5">
        <dgm:presLayoutVars>
          <dgm:bulletEnabled val="1"/>
        </dgm:presLayoutVars>
      </dgm:prSet>
      <dgm:spPr/>
    </dgm:pt>
    <dgm:pt modelId="{1B67AC2E-72F2-0649-BEAE-D25FE318D3AD}" type="pres">
      <dgm:prSet presAssocID="{5AE86535-6EDD-4B1B-BBB3-4A09A39D494D}" presName="sibTrans" presStyleCnt="0"/>
      <dgm:spPr/>
    </dgm:pt>
    <dgm:pt modelId="{C64CE656-561F-7040-B2BF-00777FD3970E}" type="pres">
      <dgm:prSet presAssocID="{0F63EC2F-2CC4-40F5-A5CE-5817720A1D1B}" presName="node" presStyleLbl="node1" presStyleIdx="4" presStyleCnt="5">
        <dgm:presLayoutVars>
          <dgm:bulletEnabled val="1"/>
        </dgm:presLayoutVars>
      </dgm:prSet>
      <dgm:spPr/>
    </dgm:pt>
  </dgm:ptLst>
  <dgm:cxnLst>
    <dgm:cxn modelId="{43080B04-6F6B-A747-8AC7-2808251BABF9}" type="presOf" srcId="{0F63EC2F-2CC4-40F5-A5CE-5817720A1D1B}" destId="{C64CE656-561F-7040-B2BF-00777FD3970E}" srcOrd="0" destOrd="0" presId="urn:microsoft.com/office/officeart/2005/8/layout/default"/>
    <dgm:cxn modelId="{44090F36-FC0C-4341-9E1B-8CA7E075E4EB}" type="presOf" srcId="{8555295A-F4A6-471A-ACAA-856D7BC465D4}" destId="{385F78C5-71D5-B948-BC8D-C7A352EACE09}" srcOrd="0" destOrd="0" presId="urn:microsoft.com/office/officeart/2005/8/layout/default"/>
    <dgm:cxn modelId="{DF1F3D46-75E7-46D8-8CD3-73FAEEF4AFCD}" srcId="{4D0EDD01-5B1C-496E-B1A8-057B8391396C}" destId="{536B15C0-FD39-4EC6-A995-0EBFD5C4BE61}" srcOrd="3" destOrd="0" parTransId="{B33D8032-5BB6-4772-8E3C-3CFD7D1032C6}" sibTransId="{5AE86535-6EDD-4B1B-BBB3-4A09A39D494D}"/>
    <dgm:cxn modelId="{87893F62-61E9-4D5D-BA48-1213B2AE28C3}" srcId="{4D0EDD01-5B1C-496E-B1A8-057B8391396C}" destId="{8555295A-F4A6-471A-ACAA-856D7BC465D4}" srcOrd="1" destOrd="0" parTransId="{BACF87A4-38E0-4F1C-AAE4-7A62A9D23F84}" sibTransId="{BD7739AF-2803-4C59-A38C-C72EEB392C7A}"/>
    <dgm:cxn modelId="{3C0A3477-3899-304C-A994-18D4952B5069}" type="presOf" srcId="{3F73AF42-E048-4B69-BDCF-19328EDC6322}" destId="{B1A4926F-3B7A-684A-8676-69E248D89DE0}" srcOrd="0" destOrd="0" presId="urn:microsoft.com/office/officeart/2005/8/layout/default"/>
    <dgm:cxn modelId="{938472B0-A1F6-B740-8DDB-7174915198D7}" type="presOf" srcId="{536B15C0-FD39-4EC6-A995-0EBFD5C4BE61}" destId="{26D550A8-BBD9-1347-9A05-799733C52C46}" srcOrd="0" destOrd="0" presId="urn:microsoft.com/office/officeart/2005/8/layout/default"/>
    <dgm:cxn modelId="{A437CBB3-5195-406D-BE32-1B4439F604F3}" srcId="{4D0EDD01-5B1C-496E-B1A8-057B8391396C}" destId="{3F73AF42-E048-4B69-BDCF-19328EDC6322}" srcOrd="0" destOrd="0" parTransId="{19127963-E4D6-4482-807C-2D99D24976F1}" sibTransId="{843C4452-37AE-4DC6-ADD0-93F3738AB703}"/>
    <dgm:cxn modelId="{669331D1-EDD4-DF40-957A-0376B56811F2}" type="presOf" srcId="{4D0EDD01-5B1C-496E-B1A8-057B8391396C}" destId="{DEA75B3A-5045-634C-9860-5C1078465577}" srcOrd="0" destOrd="0" presId="urn:microsoft.com/office/officeart/2005/8/layout/default"/>
    <dgm:cxn modelId="{76D3F2E7-316A-4136-8D1D-E1ADE6383561}" srcId="{4D0EDD01-5B1C-496E-B1A8-057B8391396C}" destId="{0F63EC2F-2CC4-40F5-A5CE-5817720A1D1B}" srcOrd="4" destOrd="0" parTransId="{F25B5E8A-C278-41FC-845A-3ED3B4572081}" sibTransId="{1145B63D-F3ED-4E46-89E5-7A7D71889075}"/>
    <dgm:cxn modelId="{722D82F1-D633-4D16-88F8-7663FB4EAC0B}" srcId="{4D0EDD01-5B1C-496E-B1A8-057B8391396C}" destId="{EF43326D-8713-499B-B5EF-215A21C6FC31}" srcOrd="2" destOrd="0" parTransId="{FFFFA38B-BDE9-4538-8F73-B8E81080636A}" sibTransId="{14D5174A-021A-414F-BD54-64740DEE912F}"/>
    <dgm:cxn modelId="{7F1EE3FD-9EDC-E243-B062-D4D4A7BD2EA2}" type="presOf" srcId="{EF43326D-8713-499B-B5EF-215A21C6FC31}" destId="{365164CE-671E-FC49-8199-1C960C97A4DC}" srcOrd="0" destOrd="0" presId="urn:microsoft.com/office/officeart/2005/8/layout/default"/>
    <dgm:cxn modelId="{5ADCA01D-AE05-B340-A242-E688783C35CE}" type="presParOf" srcId="{DEA75B3A-5045-634C-9860-5C1078465577}" destId="{B1A4926F-3B7A-684A-8676-69E248D89DE0}" srcOrd="0" destOrd="0" presId="urn:microsoft.com/office/officeart/2005/8/layout/default"/>
    <dgm:cxn modelId="{4937867A-36CC-674C-A439-1593EC19EEC6}" type="presParOf" srcId="{DEA75B3A-5045-634C-9860-5C1078465577}" destId="{6D7267C9-F4C9-0147-97AD-3134D38E1E13}" srcOrd="1" destOrd="0" presId="urn:microsoft.com/office/officeart/2005/8/layout/default"/>
    <dgm:cxn modelId="{7E035F63-DE9B-1D4C-B84E-4E04842F3375}" type="presParOf" srcId="{DEA75B3A-5045-634C-9860-5C1078465577}" destId="{385F78C5-71D5-B948-BC8D-C7A352EACE09}" srcOrd="2" destOrd="0" presId="urn:microsoft.com/office/officeart/2005/8/layout/default"/>
    <dgm:cxn modelId="{D5D91B7C-E1BE-2744-9E4B-AD8A6924AC5E}" type="presParOf" srcId="{DEA75B3A-5045-634C-9860-5C1078465577}" destId="{C6AA98F4-11E1-D64E-88D0-BFDE64673DF6}" srcOrd="3" destOrd="0" presId="urn:microsoft.com/office/officeart/2005/8/layout/default"/>
    <dgm:cxn modelId="{74C9C1D9-EAD9-6D4B-81DF-497FBF3F80D9}" type="presParOf" srcId="{DEA75B3A-5045-634C-9860-5C1078465577}" destId="{365164CE-671E-FC49-8199-1C960C97A4DC}" srcOrd="4" destOrd="0" presId="urn:microsoft.com/office/officeart/2005/8/layout/default"/>
    <dgm:cxn modelId="{C6CF6C46-C541-2143-BAB6-1940820AE519}" type="presParOf" srcId="{DEA75B3A-5045-634C-9860-5C1078465577}" destId="{653DD827-687E-AD4B-BA26-6FFD5329D933}" srcOrd="5" destOrd="0" presId="urn:microsoft.com/office/officeart/2005/8/layout/default"/>
    <dgm:cxn modelId="{B7A599CC-8E5C-1243-8341-74C2263BEA30}" type="presParOf" srcId="{DEA75B3A-5045-634C-9860-5C1078465577}" destId="{26D550A8-BBD9-1347-9A05-799733C52C46}" srcOrd="6" destOrd="0" presId="urn:microsoft.com/office/officeart/2005/8/layout/default"/>
    <dgm:cxn modelId="{727FB7F0-3C25-0040-B997-8B8919041ED6}" type="presParOf" srcId="{DEA75B3A-5045-634C-9860-5C1078465577}" destId="{1B67AC2E-72F2-0649-BEAE-D25FE318D3AD}" srcOrd="7" destOrd="0" presId="urn:microsoft.com/office/officeart/2005/8/layout/default"/>
    <dgm:cxn modelId="{04648C69-4BAC-1A4F-A359-14BA1EB89C59}" type="presParOf" srcId="{DEA75B3A-5045-634C-9860-5C1078465577}" destId="{C64CE656-561F-7040-B2BF-00777FD3970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E161B6-281E-447F-AA17-DE0FDB647A9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95C6E6D-F051-47D8-B700-FF20D364FA7E}">
      <dgm:prSet/>
      <dgm:spPr/>
      <dgm:t>
        <a:bodyPr/>
        <a:lstStyle/>
        <a:p>
          <a:r>
            <a:rPr lang="en-IN"/>
            <a:t>Cloud Consumer</a:t>
          </a:r>
          <a:endParaRPr lang="en-US"/>
        </a:p>
      </dgm:t>
    </dgm:pt>
    <dgm:pt modelId="{7BF0A043-D358-4056-B6E5-3F8F9F8A2F18}" type="parTrans" cxnId="{7CCE808D-D579-493A-8979-91DA5B9AA9EA}">
      <dgm:prSet/>
      <dgm:spPr/>
      <dgm:t>
        <a:bodyPr/>
        <a:lstStyle/>
        <a:p>
          <a:endParaRPr lang="en-US"/>
        </a:p>
      </dgm:t>
    </dgm:pt>
    <dgm:pt modelId="{94C71BCA-3907-4D22-91BB-0BBAAA7C4BCF}" type="sibTrans" cxnId="{7CCE808D-D579-493A-8979-91DA5B9AA9EA}">
      <dgm:prSet/>
      <dgm:spPr/>
      <dgm:t>
        <a:bodyPr/>
        <a:lstStyle/>
        <a:p>
          <a:endParaRPr lang="en-US"/>
        </a:p>
      </dgm:t>
    </dgm:pt>
    <dgm:pt modelId="{F16FA459-2D76-46E4-987F-8572AB9FC5C1}">
      <dgm:prSet/>
      <dgm:spPr/>
      <dgm:t>
        <a:bodyPr/>
        <a:lstStyle/>
        <a:p>
          <a:r>
            <a:rPr lang="en-IN"/>
            <a:t>Cloud Provider</a:t>
          </a:r>
          <a:endParaRPr lang="en-US"/>
        </a:p>
      </dgm:t>
    </dgm:pt>
    <dgm:pt modelId="{9D7305CE-5A84-46AE-9BC2-7501EEBE482E}" type="parTrans" cxnId="{D813DA0A-A7FA-49A8-9D0A-B042411944D9}">
      <dgm:prSet/>
      <dgm:spPr/>
      <dgm:t>
        <a:bodyPr/>
        <a:lstStyle/>
        <a:p>
          <a:endParaRPr lang="en-US"/>
        </a:p>
      </dgm:t>
    </dgm:pt>
    <dgm:pt modelId="{799171A2-FF9E-41D9-9C4B-EECBE3598C21}" type="sibTrans" cxnId="{D813DA0A-A7FA-49A8-9D0A-B042411944D9}">
      <dgm:prSet/>
      <dgm:spPr/>
      <dgm:t>
        <a:bodyPr/>
        <a:lstStyle/>
        <a:p>
          <a:endParaRPr lang="en-US"/>
        </a:p>
      </dgm:t>
    </dgm:pt>
    <dgm:pt modelId="{CB91563F-5A00-4CD3-9F59-7F405970ED40}">
      <dgm:prSet/>
      <dgm:spPr/>
      <dgm:t>
        <a:bodyPr/>
        <a:lstStyle/>
        <a:p>
          <a:r>
            <a:rPr lang="en-IN"/>
            <a:t>Cloud Auditor</a:t>
          </a:r>
          <a:endParaRPr lang="en-US"/>
        </a:p>
      </dgm:t>
    </dgm:pt>
    <dgm:pt modelId="{574062C2-A75B-40C5-8FEF-69567066E487}" type="parTrans" cxnId="{AEB8BEAE-5E3E-4308-AC0A-C6BB345ACFBE}">
      <dgm:prSet/>
      <dgm:spPr/>
      <dgm:t>
        <a:bodyPr/>
        <a:lstStyle/>
        <a:p>
          <a:endParaRPr lang="en-US"/>
        </a:p>
      </dgm:t>
    </dgm:pt>
    <dgm:pt modelId="{5605D0B6-E24B-4DAC-B1BC-A7B26B158CC8}" type="sibTrans" cxnId="{AEB8BEAE-5E3E-4308-AC0A-C6BB345ACFBE}">
      <dgm:prSet/>
      <dgm:spPr/>
      <dgm:t>
        <a:bodyPr/>
        <a:lstStyle/>
        <a:p>
          <a:endParaRPr lang="en-US"/>
        </a:p>
      </dgm:t>
    </dgm:pt>
    <dgm:pt modelId="{81C21E3D-81BD-4716-B71D-87B734D90EA3}">
      <dgm:prSet/>
      <dgm:spPr/>
      <dgm:t>
        <a:bodyPr/>
        <a:lstStyle/>
        <a:p>
          <a:r>
            <a:rPr lang="en-IN"/>
            <a:t>Cloud Broker</a:t>
          </a:r>
          <a:endParaRPr lang="en-US"/>
        </a:p>
      </dgm:t>
    </dgm:pt>
    <dgm:pt modelId="{6DB0F7B0-9197-451D-A877-B9A4B2D5F46A}" type="parTrans" cxnId="{5411A2E9-7417-4119-BD17-BD3F8309FD6A}">
      <dgm:prSet/>
      <dgm:spPr/>
      <dgm:t>
        <a:bodyPr/>
        <a:lstStyle/>
        <a:p>
          <a:endParaRPr lang="en-US"/>
        </a:p>
      </dgm:t>
    </dgm:pt>
    <dgm:pt modelId="{0290F4AD-45F1-49BD-8698-E62A0708A316}" type="sibTrans" cxnId="{5411A2E9-7417-4119-BD17-BD3F8309FD6A}">
      <dgm:prSet/>
      <dgm:spPr/>
      <dgm:t>
        <a:bodyPr/>
        <a:lstStyle/>
        <a:p>
          <a:endParaRPr lang="en-US"/>
        </a:p>
      </dgm:t>
    </dgm:pt>
    <dgm:pt modelId="{2BF91C1C-D04D-4697-A7BF-7B3BE0190664}">
      <dgm:prSet/>
      <dgm:spPr/>
      <dgm:t>
        <a:bodyPr/>
        <a:lstStyle/>
        <a:p>
          <a:r>
            <a:rPr lang="en-IN"/>
            <a:t>Cloud Carrier</a:t>
          </a:r>
          <a:endParaRPr lang="en-US"/>
        </a:p>
      </dgm:t>
    </dgm:pt>
    <dgm:pt modelId="{A5343E9A-FA61-40E2-943B-D060D96EA6E0}" type="parTrans" cxnId="{8414D8DA-09E4-4A80-9530-F870441CC2FC}">
      <dgm:prSet/>
      <dgm:spPr/>
      <dgm:t>
        <a:bodyPr/>
        <a:lstStyle/>
        <a:p>
          <a:endParaRPr lang="en-US"/>
        </a:p>
      </dgm:t>
    </dgm:pt>
    <dgm:pt modelId="{774496C7-74DA-4B61-BF75-443F369B9A7C}" type="sibTrans" cxnId="{8414D8DA-09E4-4A80-9530-F870441CC2FC}">
      <dgm:prSet/>
      <dgm:spPr/>
      <dgm:t>
        <a:bodyPr/>
        <a:lstStyle/>
        <a:p>
          <a:endParaRPr lang="en-US"/>
        </a:p>
      </dgm:t>
    </dgm:pt>
    <dgm:pt modelId="{CB32A28D-7DD7-9341-AE61-7FE0A4345072}" type="pres">
      <dgm:prSet presAssocID="{2CE161B6-281E-447F-AA17-DE0FDB647A97}" presName="diagram" presStyleCnt="0">
        <dgm:presLayoutVars>
          <dgm:dir/>
          <dgm:resizeHandles val="exact"/>
        </dgm:presLayoutVars>
      </dgm:prSet>
      <dgm:spPr/>
    </dgm:pt>
    <dgm:pt modelId="{6CF0C1D9-C355-C346-825D-1DE492776791}" type="pres">
      <dgm:prSet presAssocID="{A95C6E6D-F051-47D8-B700-FF20D364FA7E}" presName="node" presStyleLbl="node1" presStyleIdx="0" presStyleCnt="5">
        <dgm:presLayoutVars>
          <dgm:bulletEnabled val="1"/>
        </dgm:presLayoutVars>
      </dgm:prSet>
      <dgm:spPr/>
    </dgm:pt>
    <dgm:pt modelId="{77986EA7-3370-C944-819F-9B5F4EC28FC7}" type="pres">
      <dgm:prSet presAssocID="{94C71BCA-3907-4D22-91BB-0BBAAA7C4BCF}" presName="sibTrans" presStyleCnt="0"/>
      <dgm:spPr/>
    </dgm:pt>
    <dgm:pt modelId="{2EFAA324-4F6B-3F41-A448-2CCF7AAD41BC}" type="pres">
      <dgm:prSet presAssocID="{F16FA459-2D76-46E4-987F-8572AB9FC5C1}" presName="node" presStyleLbl="node1" presStyleIdx="1" presStyleCnt="5">
        <dgm:presLayoutVars>
          <dgm:bulletEnabled val="1"/>
        </dgm:presLayoutVars>
      </dgm:prSet>
      <dgm:spPr/>
    </dgm:pt>
    <dgm:pt modelId="{60FAEA75-C89A-7145-B2B5-323056D3E077}" type="pres">
      <dgm:prSet presAssocID="{799171A2-FF9E-41D9-9C4B-EECBE3598C21}" presName="sibTrans" presStyleCnt="0"/>
      <dgm:spPr/>
    </dgm:pt>
    <dgm:pt modelId="{AB52C7BA-DD50-3347-916E-1D2AFDAD74F6}" type="pres">
      <dgm:prSet presAssocID="{CB91563F-5A00-4CD3-9F59-7F405970ED40}" presName="node" presStyleLbl="node1" presStyleIdx="2" presStyleCnt="5">
        <dgm:presLayoutVars>
          <dgm:bulletEnabled val="1"/>
        </dgm:presLayoutVars>
      </dgm:prSet>
      <dgm:spPr/>
    </dgm:pt>
    <dgm:pt modelId="{99E359A5-D336-6749-9BE6-EDA73D12117B}" type="pres">
      <dgm:prSet presAssocID="{5605D0B6-E24B-4DAC-B1BC-A7B26B158CC8}" presName="sibTrans" presStyleCnt="0"/>
      <dgm:spPr/>
    </dgm:pt>
    <dgm:pt modelId="{04F56870-ABAD-3A4B-8655-45BB6F48BB73}" type="pres">
      <dgm:prSet presAssocID="{81C21E3D-81BD-4716-B71D-87B734D90EA3}" presName="node" presStyleLbl="node1" presStyleIdx="3" presStyleCnt="5">
        <dgm:presLayoutVars>
          <dgm:bulletEnabled val="1"/>
        </dgm:presLayoutVars>
      </dgm:prSet>
      <dgm:spPr/>
    </dgm:pt>
    <dgm:pt modelId="{EEB23BB7-C5FE-5E49-BA9E-760106CEB2A9}" type="pres">
      <dgm:prSet presAssocID="{0290F4AD-45F1-49BD-8698-E62A0708A316}" presName="sibTrans" presStyleCnt="0"/>
      <dgm:spPr/>
    </dgm:pt>
    <dgm:pt modelId="{63939C5C-5848-EE47-B0DC-1D0455B0FE49}" type="pres">
      <dgm:prSet presAssocID="{2BF91C1C-D04D-4697-A7BF-7B3BE0190664}" presName="node" presStyleLbl="node1" presStyleIdx="4" presStyleCnt="5">
        <dgm:presLayoutVars>
          <dgm:bulletEnabled val="1"/>
        </dgm:presLayoutVars>
      </dgm:prSet>
      <dgm:spPr/>
    </dgm:pt>
  </dgm:ptLst>
  <dgm:cxnLst>
    <dgm:cxn modelId="{94541805-E1F1-6948-BD4D-059BDE794765}" type="presOf" srcId="{81C21E3D-81BD-4716-B71D-87B734D90EA3}" destId="{04F56870-ABAD-3A4B-8655-45BB6F48BB73}" srcOrd="0" destOrd="0" presId="urn:microsoft.com/office/officeart/2005/8/layout/default"/>
    <dgm:cxn modelId="{D813DA0A-A7FA-49A8-9D0A-B042411944D9}" srcId="{2CE161B6-281E-447F-AA17-DE0FDB647A97}" destId="{F16FA459-2D76-46E4-987F-8572AB9FC5C1}" srcOrd="1" destOrd="0" parTransId="{9D7305CE-5A84-46AE-9BC2-7501EEBE482E}" sibTransId="{799171A2-FF9E-41D9-9C4B-EECBE3598C21}"/>
    <dgm:cxn modelId="{233EC60B-CC55-274B-B83D-4913C83459F8}" type="presOf" srcId="{A95C6E6D-F051-47D8-B700-FF20D364FA7E}" destId="{6CF0C1D9-C355-C346-825D-1DE492776791}" srcOrd="0" destOrd="0" presId="urn:microsoft.com/office/officeart/2005/8/layout/default"/>
    <dgm:cxn modelId="{82C62828-E7DB-5645-9938-2BFF85E4B5A1}" type="presOf" srcId="{CB91563F-5A00-4CD3-9F59-7F405970ED40}" destId="{AB52C7BA-DD50-3347-916E-1D2AFDAD74F6}" srcOrd="0" destOrd="0" presId="urn:microsoft.com/office/officeart/2005/8/layout/default"/>
    <dgm:cxn modelId="{5A75C029-7B9A-FA4A-9518-C9CB56C8BAAC}" type="presOf" srcId="{2CE161B6-281E-447F-AA17-DE0FDB647A97}" destId="{CB32A28D-7DD7-9341-AE61-7FE0A4345072}" srcOrd="0" destOrd="0" presId="urn:microsoft.com/office/officeart/2005/8/layout/default"/>
    <dgm:cxn modelId="{7CCE808D-D579-493A-8979-91DA5B9AA9EA}" srcId="{2CE161B6-281E-447F-AA17-DE0FDB647A97}" destId="{A95C6E6D-F051-47D8-B700-FF20D364FA7E}" srcOrd="0" destOrd="0" parTransId="{7BF0A043-D358-4056-B6E5-3F8F9F8A2F18}" sibTransId="{94C71BCA-3907-4D22-91BB-0BBAAA7C4BCF}"/>
    <dgm:cxn modelId="{AEB8BEAE-5E3E-4308-AC0A-C6BB345ACFBE}" srcId="{2CE161B6-281E-447F-AA17-DE0FDB647A97}" destId="{CB91563F-5A00-4CD3-9F59-7F405970ED40}" srcOrd="2" destOrd="0" parTransId="{574062C2-A75B-40C5-8FEF-69567066E487}" sibTransId="{5605D0B6-E24B-4DAC-B1BC-A7B26B158CC8}"/>
    <dgm:cxn modelId="{56008BBD-0259-AF45-B2F4-ACB99E6D16E7}" type="presOf" srcId="{2BF91C1C-D04D-4697-A7BF-7B3BE0190664}" destId="{63939C5C-5848-EE47-B0DC-1D0455B0FE49}" srcOrd="0" destOrd="0" presId="urn:microsoft.com/office/officeart/2005/8/layout/default"/>
    <dgm:cxn modelId="{8414D8DA-09E4-4A80-9530-F870441CC2FC}" srcId="{2CE161B6-281E-447F-AA17-DE0FDB647A97}" destId="{2BF91C1C-D04D-4697-A7BF-7B3BE0190664}" srcOrd="4" destOrd="0" parTransId="{A5343E9A-FA61-40E2-943B-D060D96EA6E0}" sibTransId="{774496C7-74DA-4B61-BF75-443F369B9A7C}"/>
    <dgm:cxn modelId="{13BF00E3-6953-FA4D-9D59-8EBF5A15D690}" type="presOf" srcId="{F16FA459-2D76-46E4-987F-8572AB9FC5C1}" destId="{2EFAA324-4F6B-3F41-A448-2CCF7AAD41BC}" srcOrd="0" destOrd="0" presId="urn:microsoft.com/office/officeart/2005/8/layout/default"/>
    <dgm:cxn modelId="{5411A2E9-7417-4119-BD17-BD3F8309FD6A}" srcId="{2CE161B6-281E-447F-AA17-DE0FDB647A97}" destId="{81C21E3D-81BD-4716-B71D-87B734D90EA3}" srcOrd="3" destOrd="0" parTransId="{6DB0F7B0-9197-451D-A877-B9A4B2D5F46A}" sibTransId="{0290F4AD-45F1-49BD-8698-E62A0708A316}"/>
    <dgm:cxn modelId="{A1A81969-8525-2F44-A5F6-902C3748702B}" type="presParOf" srcId="{CB32A28D-7DD7-9341-AE61-7FE0A4345072}" destId="{6CF0C1D9-C355-C346-825D-1DE492776791}" srcOrd="0" destOrd="0" presId="urn:microsoft.com/office/officeart/2005/8/layout/default"/>
    <dgm:cxn modelId="{1FBD5A03-D636-874A-9FEB-E7F54C6542B5}" type="presParOf" srcId="{CB32A28D-7DD7-9341-AE61-7FE0A4345072}" destId="{77986EA7-3370-C944-819F-9B5F4EC28FC7}" srcOrd="1" destOrd="0" presId="urn:microsoft.com/office/officeart/2005/8/layout/default"/>
    <dgm:cxn modelId="{116E3656-3661-934D-9E1B-B86A6A613BDA}" type="presParOf" srcId="{CB32A28D-7DD7-9341-AE61-7FE0A4345072}" destId="{2EFAA324-4F6B-3F41-A448-2CCF7AAD41BC}" srcOrd="2" destOrd="0" presId="urn:microsoft.com/office/officeart/2005/8/layout/default"/>
    <dgm:cxn modelId="{CAAA2E3B-C70F-4246-9C24-29ADEEF32BB7}" type="presParOf" srcId="{CB32A28D-7DD7-9341-AE61-7FE0A4345072}" destId="{60FAEA75-C89A-7145-B2B5-323056D3E077}" srcOrd="3" destOrd="0" presId="urn:microsoft.com/office/officeart/2005/8/layout/default"/>
    <dgm:cxn modelId="{3F186C2A-578E-DA4B-8195-4309B656A553}" type="presParOf" srcId="{CB32A28D-7DD7-9341-AE61-7FE0A4345072}" destId="{AB52C7BA-DD50-3347-916E-1D2AFDAD74F6}" srcOrd="4" destOrd="0" presId="urn:microsoft.com/office/officeart/2005/8/layout/default"/>
    <dgm:cxn modelId="{D088B5B3-F29B-C847-A625-E8B5C33A8321}" type="presParOf" srcId="{CB32A28D-7DD7-9341-AE61-7FE0A4345072}" destId="{99E359A5-D336-6749-9BE6-EDA73D12117B}" srcOrd="5" destOrd="0" presId="urn:microsoft.com/office/officeart/2005/8/layout/default"/>
    <dgm:cxn modelId="{DCEB32A7-6FAC-784F-B7D4-5D3BF3CE1D00}" type="presParOf" srcId="{CB32A28D-7DD7-9341-AE61-7FE0A4345072}" destId="{04F56870-ABAD-3A4B-8655-45BB6F48BB73}" srcOrd="6" destOrd="0" presId="urn:microsoft.com/office/officeart/2005/8/layout/default"/>
    <dgm:cxn modelId="{93DC06D2-ECFA-3445-B5A5-7F8FD20C0965}" type="presParOf" srcId="{CB32A28D-7DD7-9341-AE61-7FE0A4345072}" destId="{EEB23BB7-C5FE-5E49-BA9E-760106CEB2A9}" srcOrd="7" destOrd="0" presId="urn:microsoft.com/office/officeart/2005/8/layout/default"/>
    <dgm:cxn modelId="{CBEFDBC1-4EA0-8143-8B5A-6FC59A8931D7}" type="presParOf" srcId="{CB32A28D-7DD7-9341-AE61-7FE0A4345072}" destId="{63939C5C-5848-EE47-B0DC-1D0455B0FE4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DDD445-DB86-9B48-AA2E-EBFF6BE15295}">
      <dsp:nvSpPr>
        <dsp:cNvPr id="0" name=""/>
        <dsp:cNvSpPr/>
      </dsp:nvSpPr>
      <dsp:spPr>
        <a:xfrm>
          <a:off x="1333" y="1316033"/>
          <a:ext cx="3121474" cy="15607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/>
            <a:t>Software as a Service</a:t>
          </a:r>
          <a:endParaRPr lang="en-US" sz="3800" kern="1200"/>
        </a:p>
      </dsp:txBody>
      <dsp:txXfrm>
        <a:off x="47045" y="1361745"/>
        <a:ext cx="3030050" cy="1469313"/>
      </dsp:txXfrm>
    </dsp:sp>
    <dsp:sp modelId="{25EA2CA3-E472-B34E-B03E-8F0554101E74}">
      <dsp:nvSpPr>
        <dsp:cNvPr id="0" name=""/>
        <dsp:cNvSpPr/>
      </dsp:nvSpPr>
      <dsp:spPr>
        <a:xfrm>
          <a:off x="3903177" y="1316033"/>
          <a:ext cx="3121474" cy="15607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/>
            <a:t>Platform as a Service</a:t>
          </a:r>
          <a:endParaRPr lang="en-US" sz="3800" kern="1200"/>
        </a:p>
      </dsp:txBody>
      <dsp:txXfrm>
        <a:off x="3948889" y="1361745"/>
        <a:ext cx="3030050" cy="1469313"/>
      </dsp:txXfrm>
    </dsp:sp>
    <dsp:sp modelId="{FBEB29EF-5D78-724F-BBFC-B676D3C3742D}">
      <dsp:nvSpPr>
        <dsp:cNvPr id="0" name=""/>
        <dsp:cNvSpPr/>
      </dsp:nvSpPr>
      <dsp:spPr>
        <a:xfrm>
          <a:off x="7805020" y="1316033"/>
          <a:ext cx="3121474" cy="15607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/>
            <a:t>Infrastructure as a Service</a:t>
          </a:r>
          <a:endParaRPr lang="en-US" sz="3800" kern="1200"/>
        </a:p>
      </dsp:txBody>
      <dsp:txXfrm>
        <a:off x="7850732" y="1361745"/>
        <a:ext cx="3030050" cy="14693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08C3E4-39C0-A04F-8A8B-ED3D4B0A291F}">
      <dsp:nvSpPr>
        <dsp:cNvPr id="0" name=""/>
        <dsp:cNvSpPr/>
      </dsp:nvSpPr>
      <dsp:spPr>
        <a:xfrm>
          <a:off x="3496905" y="2098"/>
          <a:ext cx="3934018" cy="10093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/>
            <a:t>Private Cloud</a:t>
          </a:r>
          <a:endParaRPr lang="en-US" sz="3500" kern="1200"/>
        </a:p>
      </dsp:txBody>
      <dsp:txXfrm>
        <a:off x="3546175" y="51368"/>
        <a:ext cx="3835478" cy="910763"/>
      </dsp:txXfrm>
    </dsp:sp>
    <dsp:sp modelId="{9A9BD3BD-B7A6-024F-92F6-C0F633C01707}">
      <dsp:nvSpPr>
        <dsp:cNvPr id="0" name=""/>
        <dsp:cNvSpPr/>
      </dsp:nvSpPr>
      <dsp:spPr>
        <a:xfrm>
          <a:off x="3496905" y="1061866"/>
          <a:ext cx="3934018" cy="10093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/>
            <a:t>Public Cloud</a:t>
          </a:r>
          <a:endParaRPr lang="en-US" sz="3500" kern="1200"/>
        </a:p>
      </dsp:txBody>
      <dsp:txXfrm>
        <a:off x="3546175" y="1111136"/>
        <a:ext cx="3835478" cy="910763"/>
      </dsp:txXfrm>
    </dsp:sp>
    <dsp:sp modelId="{95C61753-7CD2-F140-8C57-D14D59652815}">
      <dsp:nvSpPr>
        <dsp:cNvPr id="0" name=""/>
        <dsp:cNvSpPr/>
      </dsp:nvSpPr>
      <dsp:spPr>
        <a:xfrm>
          <a:off x="3496905" y="2121635"/>
          <a:ext cx="3934018" cy="100930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/>
            <a:t>Community Cloud</a:t>
          </a:r>
          <a:endParaRPr lang="en-US" sz="3500" kern="1200"/>
        </a:p>
      </dsp:txBody>
      <dsp:txXfrm>
        <a:off x="3546175" y="2170905"/>
        <a:ext cx="3835478" cy="910763"/>
      </dsp:txXfrm>
    </dsp:sp>
    <dsp:sp modelId="{AFEB3023-0190-DE4F-9AED-7102C379348B}">
      <dsp:nvSpPr>
        <dsp:cNvPr id="0" name=""/>
        <dsp:cNvSpPr/>
      </dsp:nvSpPr>
      <dsp:spPr>
        <a:xfrm>
          <a:off x="3496905" y="3181403"/>
          <a:ext cx="3934018" cy="100930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/>
            <a:t>Hybrid Cloud</a:t>
          </a:r>
          <a:endParaRPr lang="en-US" sz="3500" kern="1200"/>
        </a:p>
      </dsp:txBody>
      <dsp:txXfrm>
        <a:off x="3546175" y="3230673"/>
        <a:ext cx="3835478" cy="9107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A4926F-3B7A-684A-8676-69E248D89DE0}">
      <dsp:nvSpPr>
        <dsp:cNvPr id="0" name=""/>
        <dsp:cNvSpPr/>
      </dsp:nvSpPr>
      <dsp:spPr>
        <a:xfrm>
          <a:off x="307345" y="1546"/>
          <a:ext cx="3222855" cy="19337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Rapid elasticity</a:t>
          </a:r>
          <a:endParaRPr lang="en-US" sz="3900" kern="1200"/>
        </a:p>
      </dsp:txBody>
      <dsp:txXfrm>
        <a:off x="307345" y="1546"/>
        <a:ext cx="3222855" cy="1933713"/>
      </dsp:txXfrm>
    </dsp:sp>
    <dsp:sp modelId="{385F78C5-71D5-B948-BC8D-C7A352EACE09}">
      <dsp:nvSpPr>
        <dsp:cNvPr id="0" name=""/>
        <dsp:cNvSpPr/>
      </dsp:nvSpPr>
      <dsp:spPr>
        <a:xfrm>
          <a:off x="3852486" y="1546"/>
          <a:ext cx="3222855" cy="193371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Measured service</a:t>
          </a:r>
          <a:endParaRPr lang="en-US" sz="3900" kern="1200"/>
        </a:p>
      </dsp:txBody>
      <dsp:txXfrm>
        <a:off x="3852486" y="1546"/>
        <a:ext cx="3222855" cy="1933713"/>
      </dsp:txXfrm>
    </dsp:sp>
    <dsp:sp modelId="{365164CE-671E-FC49-8199-1C960C97A4DC}">
      <dsp:nvSpPr>
        <dsp:cNvPr id="0" name=""/>
        <dsp:cNvSpPr/>
      </dsp:nvSpPr>
      <dsp:spPr>
        <a:xfrm>
          <a:off x="7397627" y="1546"/>
          <a:ext cx="3222855" cy="193371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On-demand self-service</a:t>
          </a:r>
          <a:endParaRPr lang="en-US" sz="3900" kern="1200"/>
        </a:p>
      </dsp:txBody>
      <dsp:txXfrm>
        <a:off x="7397627" y="1546"/>
        <a:ext cx="3222855" cy="1933713"/>
      </dsp:txXfrm>
    </dsp:sp>
    <dsp:sp modelId="{26D550A8-BBD9-1347-9A05-799733C52C46}">
      <dsp:nvSpPr>
        <dsp:cNvPr id="0" name=""/>
        <dsp:cNvSpPr/>
      </dsp:nvSpPr>
      <dsp:spPr>
        <a:xfrm>
          <a:off x="2079915" y="2257545"/>
          <a:ext cx="3222855" cy="19337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Ubiquitous network access</a:t>
          </a:r>
          <a:endParaRPr lang="en-US" sz="3900" kern="1200"/>
        </a:p>
      </dsp:txBody>
      <dsp:txXfrm>
        <a:off x="2079915" y="2257545"/>
        <a:ext cx="3222855" cy="1933713"/>
      </dsp:txXfrm>
    </dsp:sp>
    <dsp:sp modelId="{C64CE656-561F-7040-B2BF-00777FD3970E}">
      <dsp:nvSpPr>
        <dsp:cNvPr id="0" name=""/>
        <dsp:cNvSpPr/>
      </dsp:nvSpPr>
      <dsp:spPr>
        <a:xfrm>
          <a:off x="5625057" y="2257545"/>
          <a:ext cx="3222855" cy="193371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Resource pooling</a:t>
          </a:r>
          <a:endParaRPr lang="en-US" sz="3900" kern="1200"/>
        </a:p>
      </dsp:txBody>
      <dsp:txXfrm>
        <a:off x="5625057" y="2257545"/>
        <a:ext cx="3222855" cy="19337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0C1D9-C355-C346-825D-1DE492776791}">
      <dsp:nvSpPr>
        <dsp:cNvPr id="0" name=""/>
        <dsp:cNvSpPr/>
      </dsp:nvSpPr>
      <dsp:spPr>
        <a:xfrm>
          <a:off x="671988" y="580"/>
          <a:ext cx="2742307" cy="16453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kern="1200"/>
            <a:t>Cloud Consumer</a:t>
          </a:r>
          <a:endParaRPr lang="en-US" sz="4100" kern="1200"/>
        </a:p>
      </dsp:txBody>
      <dsp:txXfrm>
        <a:off x="671988" y="580"/>
        <a:ext cx="2742307" cy="1645384"/>
      </dsp:txXfrm>
    </dsp:sp>
    <dsp:sp modelId="{2EFAA324-4F6B-3F41-A448-2CCF7AAD41BC}">
      <dsp:nvSpPr>
        <dsp:cNvPr id="0" name=""/>
        <dsp:cNvSpPr/>
      </dsp:nvSpPr>
      <dsp:spPr>
        <a:xfrm>
          <a:off x="3688526" y="580"/>
          <a:ext cx="2742307" cy="16453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kern="1200"/>
            <a:t>Cloud Provider</a:t>
          </a:r>
          <a:endParaRPr lang="en-US" sz="4100" kern="1200"/>
        </a:p>
      </dsp:txBody>
      <dsp:txXfrm>
        <a:off x="3688526" y="580"/>
        <a:ext cx="2742307" cy="1645384"/>
      </dsp:txXfrm>
    </dsp:sp>
    <dsp:sp modelId="{AB52C7BA-DD50-3347-916E-1D2AFDAD74F6}">
      <dsp:nvSpPr>
        <dsp:cNvPr id="0" name=""/>
        <dsp:cNvSpPr/>
      </dsp:nvSpPr>
      <dsp:spPr>
        <a:xfrm>
          <a:off x="6705064" y="580"/>
          <a:ext cx="2742307" cy="16453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kern="1200"/>
            <a:t>Cloud Auditor</a:t>
          </a:r>
          <a:endParaRPr lang="en-US" sz="4100" kern="1200"/>
        </a:p>
      </dsp:txBody>
      <dsp:txXfrm>
        <a:off x="6705064" y="580"/>
        <a:ext cx="2742307" cy="1645384"/>
      </dsp:txXfrm>
    </dsp:sp>
    <dsp:sp modelId="{04F56870-ABAD-3A4B-8655-45BB6F48BB73}">
      <dsp:nvSpPr>
        <dsp:cNvPr id="0" name=""/>
        <dsp:cNvSpPr/>
      </dsp:nvSpPr>
      <dsp:spPr>
        <a:xfrm>
          <a:off x="2180257" y="1920195"/>
          <a:ext cx="2742307" cy="164538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kern="1200"/>
            <a:t>Cloud Broker</a:t>
          </a:r>
          <a:endParaRPr lang="en-US" sz="4100" kern="1200"/>
        </a:p>
      </dsp:txBody>
      <dsp:txXfrm>
        <a:off x="2180257" y="1920195"/>
        <a:ext cx="2742307" cy="1645384"/>
      </dsp:txXfrm>
    </dsp:sp>
    <dsp:sp modelId="{63939C5C-5848-EE47-B0DC-1D0455B0FE49}">
      <dsp:nvSpPr>
        <dsp:cNvPr id="0" name=""/>
        <dsp:cNvSpPr/>
      </dsp:nvSpPr>
      <dsp:spPr>
        <a:xfrm>
          <a:off x="5196795" y="1920195"/>
          <a:ext cx="2742307" cy="164538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kern="1200"/>
            <a:t>Cloud Carrier</a:t>
          </a:r>
          <a:endParaRPr lang="en-US" sz="4100" kern="1200"/>
        </a:p>
      </dsp:txBody>
      <dsp:txXfrm>
        <a:off x="5196795" y="1920195"/>
        <a:ext cx="2742307" cy="1645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61407-3B11-7D89-5EEF-D71F754F5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A8595-1FA6-DFE3-641A-4E94342BC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FD39-4F5C-A5A1-1330-39EEA3CC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6BE3-84DE-EF4E-BDFE-3E985270F5EE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865F7-E790-D2B5-A6DA-C5C65F73A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214E-873E-A2B5-0EE1-6B470A50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64C9-899C-0744-9995-488ABBA1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31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E7FAF-9D46-9522-E825-67F73415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5E51A-6451-BB04-380D-914E4E0CE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5FD7D-F925-3B3B-61C0-F9E01791C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6BE3-84DE-EF4E-BDFE-3E985270F5EE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952EC-DC78-FE1F-D03A-37510782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F4F65-E791-39F5-F710-4860F2E7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64C9-899C-0744-9995-488ABBA1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5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9CD3F-387C-B155-FB3A-83F1F3AE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F98C2-CD77-1ED1-E5E6-053D5DCAD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C6389-4FFD-5BCF-DEDD-5F39E07AF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6BE3-84DE-EF4E-BDFE-3E985270F5EE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B3458-73D8-A59C-9657-1BA1A453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3B7EA-2E64-31CC-43A3-C5BC204B9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64C9-899C-0744-9995-488ABBA1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5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7BB5-98A8-6414-BB2F-66F9B2915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8E347-1806-9569-7C89-F0D08F983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690FC-6FAD-43FA-F0EF-E413E7190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12A4C-68CA-F2EA-CB5A-ECE53D09E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6BE3-84DE-EF4E-BDFE-3E985270F5EE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68AE1-4060-8B7C-95B1-749707616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ECCB9-9A41-68C7-0137-278C409A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64C9-899C-0744-9995-488ABBA1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67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B9F99-699E-876A-6ACF-75E517F3F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B5FBB-E507-DB68-3DA6-7038A07C8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9C8C6-AFD0-F405-E9E2-6FB59D584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B987EC-5E5D-41E0-4A2C-8EE633D58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EB0843-B0B8-60DD-7A33-821D9181B8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B83C6-6D5A-DAD0-96AC-2002AB57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6BE3-84DE-EF4E-BDFE-3E985270F5EE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C222F9-7972-2AE5-C991-191F16B9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9298B0-EEC2-E7E1-A122-F639FADA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64C9-899C-0744-9995-488ABBA1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62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D09FC-7220-3FFD-53C9-B977B609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34DBD-B96C-F260-C0C9-F049C58F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6BE3-84DE-EF4E-BDFE-3E985270F5EE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DA59D-7BC4-6CDF-2E08-46C497559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02296-730F-5F07-3148-A78409CC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64C9-899C-0744-9995-488ABBA1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2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7E1F4A-6800-9F44-780C-1340D9A1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6BE3-84DE-EF4E-BDFE-3E985270F5EE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EE65F-C742-821F-3D3C-0A72DED2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1F2E2-D3BF-CF78-0143-4CC95392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64C9-899C-0744-9995-488ABBA1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4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F18A-0808-97BC-995A-0B378C559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42441-C072-EB6A-6F27-11D19F22B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ACC59-8E51-348C-34FA-73FA7BFDD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7165F-4933-EDF9-2C00-05780B09D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6BE3-84DE-EF4E-BDFE-3E985270F5EE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B9542-C380-89D3-43FD-EAC36515E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A2D50-9846-816E-EAF1-51EB7B5F0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64C9-899C-0744-9995-488ABBA1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22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5818A-641B-2EFE-CAB3-30C17B3F5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91CB0-0B89-9A11-1FA2-A00F29163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6C1ED-58C5-777D-F39D-AA009860C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E4380-7EDA-C555-C6F3-A595B0985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6BE3-84DE-EF4E-BDFE-3E985270F5EE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FAB0F-B8F6-B0C0-8E06-953D7F65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3B571-B1FD-70CB-0B41-558BE907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64C9-899C-0744-9995-488ABBA1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33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67CD-68B9-5F84-923E-337E96620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3EAF1-CF61-3D97-F494-03ACBA521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E242A-5A1B-8ABE-1269-D99CA693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6BE3-84DE-EF4E-BDFE-3E985270F5EE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6BF0E-2A63-6927-CB78-6A514667D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5AC63-C8AF-7647-D26F-66FC64F4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64C9-899C-0744-9995-488ABBA1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24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33CF8B-7B2C-D21C-D6CB-3020B50AEE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025088-309A-95C4-8D19-1CD659421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0B076-E8C0-2031-80BB-2032D9DA5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6BE3-84DE-EF4E-BDFE-3E985270F5EE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E0FEF-49A0-804F-514B-90AFF0D3E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09137-C686-8471-1C39-32B8B7B1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C64C9-899C-0744-9995-488ABBA1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4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B0AC6-4AC6-4498-7A50-134A6470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89462-CDAD-5378-CA24-7BAB2A7B8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C46AC-A7C5-F48F-B3B5-78C9B6D85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F16BE3-84DE-EF4E-BDFE-3E985270F5EE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AC43C-F22A-B55D-82FB-BA73CFECF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1798C-4602-DDCF-36FA-74119F352B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C64C9-899C-0744-9995-488ABBA1B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8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ud shaped hard drive with cables">
            <a:extLst>
              <a:ext uri="{FF2B5EF4-FFF2-40B4-BE49-F238E27FC236}">
                <a16:creationId xmlns:a16="http://schemas.microsoft.com/office/drawing/2014/main" id="{1254232F-30F9-F5B9-00AC-04E87B2474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74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0B9CAC-2EC7-4323-03E9-BC90BEB34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IN" sz="4000" dirty="0">
                <a:solidFill>
                  <a:srgbClr val="FFFFFF"/>
                </a:solidFill>
              </a:rPr>
              <a:t>Cloud Computing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9EDFD-B671-A343-DDCB-93C7872A2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en-IN" dirty="0"/>
              <a:t>Course Code: PEITT523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537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F12E0-2B9D-F100-9B1C-188D7B48B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Introduction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4462E-31C0-221E-2617-19C16EAA6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algn="just"/>
            <a:r>
              <a:rPr lang="en-IN" sz="2000" dirty="0"/>
              <a:t>Cloud computing is a model for enabling ubiquitous, convenient, and on-demand network access to a shared pool of configurable computing resources (e.g., networks, servers, storage, applications, and services) that can be rapidly provisioned and released with minimal management effort or service provider interaction.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20879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82E8E-AA37-D233-2787-A8623A2B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Cloud Service Models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EF923D-5110-237A-4BF9-9C9AB51DFC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947792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3055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D74CF-7087-E182-6E10-ECF06A252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Cloud Deployment Models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FD7B53-8ED4-CA9E-5CD5-DA8047FC0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637916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1858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FEEB2-8BFB-8DF8-0FD5-9B88B607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Characteristics of Cloud Computing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EB1DDA-31DD-1A16-DA7F-1DCAA8CC11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53950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7835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lowchart: Document 3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E4C946-0CB2-3322-478A-34C2B75F9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Cloud Computing Reference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88E9432-7D1A-5ECE-19D5-9AE0AC01A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335441"/>
            <a:ext cx="7347537" cy="418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9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7FA56-B85A-0112-FE8C-56B68B6DF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chemeClr val="tx2"/>
                </a:solidFill>
              </a:rPr>
              <a:t>Cloud Computing Reference Architecture</a:t>
            </a:r>
            <a:endParaRPr lang="en-US" sz="400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B248FF-1BDE-5AE9-6724-A7A18F56D4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679340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8965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121</Words>
  <Application>Microsoft Macintosh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Cloud Computing</vt:lpstr>
      <vt:lpstr>Introduction</vt:lpstr>
      <vt:lpstr>Cloud Service Models</vt:lpstr>
      <vt:lpstr>Cloud Deployment Models</vt:lpstr>
      <vt:lpstr>Characteristics of Cloud Computing</vt:lpstr>
      <vt:lpstr>Cloud Computing Reference Architecture</vt:lpstr>
      <vt:lpstr>Cloud Computing Reference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Sarith M</dc:creator>
  <cp:lastModifiedBy>Sarith M</cp:lastModifiedBy>
  <cp:revision>5</cp:revision>
  <dcterms:created xsi:type="dcterms:W3CDTF">2026-07-07T17:36:17Z</dcterms:created>
  <dcterms:modified xsi:type="dcterms:W3CDTF">2026-07-10T08:25:12Z</dcterms:modified>
</cp:coreProperties>
</file>