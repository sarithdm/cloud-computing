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752BB8-E938-45DB-874D-46EDB2DEE998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8C13573-D556-4A28-A263-7AC8FBA53F22}">
      <dgm:prSet/>
      <dgm:spPr/>
      <dgm:t>
        <a:bodyPr/>
        <a:lstStyle/>
        <a:p>
          <a:r>
            <a:rPr lang="en-IN"/>
            <a:t>Partitioning</a:t>
          </a:r>
          <a:endParaRPr lang="en-US"/>
        </a:p>
      </dgm:t>
    </dgm:pt>
    <dgm:pt modelId="{5BAC7440-1F78-49F3-89C6-7D4A5E867B8E}" type="parTrans" cxnId="{F2BF8647-8B82-414F-A69B-82651B517E0C}">
      <dgm:prSet/>
      <dgm:spPr/>
      <dgm:t>
        <a:bodyPr/>
        <a:lstStyle/>
        <a:p>
          <a:endParaRPr lang="en-US"/>
        </a:p>
      </dgm:t>
    </dgm:pt>
    <dgm:pt modelId="{F8E0B364-1351-4192-AD2B-1B56D00315CB}" type="sibTrans" cxnId="{F2BF8647-8B82-414F-A69B-82651B517E0C}">
      <dgm:prSet/>
      <dgm:spPr/>
      <dgm:t>
        <a:bodyPr/>
        <a:lstStyle/>
        <a:p>
          <a:endParaRPr lang="en-US"/>
        </a:p>
      </dgm:t>
    </dgm:pt>
    <dgm:pt modelId="{2FBEFE0B-2265-40CF-9CCD-A923496C18AE}">
      <dgm:prSet/>
      <dgm:spPr/>
      <dgm:t>
        <a:bodyPr/>
        <a:lstStyle/>
        <a:p>
          <a:r>
            <a:rPr lang="en-IN"/>
            <a:t>Isolation</a:t>
          </a:r>
          <a:endParaRPr lang="en-US"/>
        </a:p>
      </dgm:t>
    </dgm:pt>
    <dgm:pt modelId="{E230492D-5D6C-4BCF-927C-58CB349F4D97}" type="parTrans" cxnId="{BAC5F8ED-0EC7-4FB8-A231-4A97DCB2414C}">
      <dgm:prSet/>
      <dgm:spPr/>
      <dgm:t>
        <a:bodyPr/>
        <a:lstStyle/>
        <a:p>
          <a:endParaRPr lang="en-US"/>
        </a:p>
      </dgm:t>
    </dgm:pt>
    <dgm:pt modelId="{84DED06D-519D-4DDC-867F-7E8F60238BF9}" type="sibTrans" cxnId="{BAC5F8ED-0EC7-4FB8-A231-4A97DCB2414C}">
      <dgm:prSet/>
      <dgm:spPr/>
      <dgm:t>
        <a:bodyPr/>
        <a:lstStyle/>
        <a:p>
          <a:endParaRPr lang="en-US"/>
        </a:p>
      </dgm:t>
    </dgm:pt>
    <dgm:pt modelId="{1CFCAF00-BE5C-41AC-8C93-8D203D31AB06}">
      <dgm:prSet/>
      <dgm:spPr/>
      <dgm:t>
        <a:bodyPr/>
        <a:lstStyle/>
        <a:p>
          <a:r>
            <a:rPr lang="en-IN"/>
            <a:t>Encapsulation</a:t>
          </a:r>
          <a:endParaRPr lang="en-US"/>
        </a:p>
      </dgm:t>
    </dgm:pt>
    <dgm:pt modelId="{61ED82F4-D20A-4324-8FAA-2FFE7CADB9A7}" type="parTrans" cxnId="{2DF04206-D172-4453-9638-B48A63E15C1E}">
      <dgm:prSet/>
      <dgm:spPr/>
      <dgm:t>
        <a:bodyPr/>
        <a:lstStyle/>
        <a:p>
          <a:endParaRPr lang="en-US"/>
        </a:p>
      </dgm:t>
    </dgm:pt>
    <dgm:pt modelId="{15F80B81-18E5-42A4-8581-52E4A33B8A34}" type="sibTrans" cxnId="{2DF04206-D172-4453-9638-B48A63E15C1E}">
      <dgm:prSet/>
      <dgm:spPr/>
      <dgm:t>
        <a:bodyPr/>
        <a:lstStyle/>
        <a:p>
          <a:endParaRPr lang="en-US"/>
        </a:p>
      </dgm:t>
    </dgm:pt>
    <dgm:pt modelId="{C177768A-08D7-AD48-A813-7AF91E28B5D3}" type="pres">
      <dgm:prSet presAssocID="{6B752BB8-E938-45DB-874D-46EDB2DEE998}" presName="linear" presStyleCnt="0">
        <dgm:presLayoutVars>
          <dgm:animLvl val="lvl"/>
          <dgm:resizeHandles val="exact"/>
        </dgm:presLayoutVars>
      </dgm:prSet>
      <dgm:spPr/>
    </dgm:pt>
    <dgm:pt modelId="{4433967E-C1CE-E24C-B883-37FCC4406FC7}" type="pres">
      <dgm:prSet presAssocID="{98C13573-D556-4A28-A263-7AC8FBA53F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F59F3A6-D626-E045-90C7-0DFEE4B4FA0D}" type="pres">
      <dgm:prSet presAssocID="{F8E0B364-1351-4192-AD2B-1B56D00315CB}" presName="spacer" presStyleCnt="0"/>
      <dgm:spPr/>
    </dgm:pt>
    <dgm:pt modelId="{C174AF32-A433-5944-BF88-9ACB16990D8A}" type="pres">
      <dgm:prSet presAssocID="{2FBEFE0B-2265-40CF-9CCD-A923496C18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7FC8FE8-E1C9-0241-8F20-0E70D005A810}" type="pres">
      <dgm:prSet presAssocID="{84DED06D-519D-4DDC-867F-7E8F60238BF9}" presName="spacer" presStyleCnt="0"/>
      <dgm:spPr/>
    </dgm:pt>
    <dgm:pt modelId="{51D8C266-E95B-9347-8B91-2FDE8B8EA7F9}" type="pres">
      <dgm:prSet presAssocID="{1CFCAF00-BE5C-41AC-8C93-8D203D31AB0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DF04206-D172-4453-9638-B48A63E15C1E}" srcId="{6B752BB8-E938-45DB-874D-46EDB2DEE998}" destId="{1CFCAF00-BE5C-41AC-8C93-8D203D31AB06}" srcOrd="2" destOrd="0" parTransId="{61ED82F4-D20A-4324-8FAA-2FFE7CADB9A7}" sibTransId="{15F80B81-18E5-42A4-8581-52E4A33B8A34}"/>
    <dgm:cxn modelId="{F2BF8647-8B82-414F-A69B-82651B517E0C}" srcId="{6B752BB8-E938-45DB-874D-46EDB2DEE998}" destId="{98C13573-D556-4A28-A263-7AC8FBA53F22}" srcOrd="0" destOrd="0" parTransId="{5BAC7440-1F78-49F3-89C6-7D4A5E867B8E}" sibTransId="{F8E0B364-1351-4192-AD2B-1B56D00315CB}"/>
    <dgm:cxn modelId="{2129EC62-D27D-3243-B313-64B075C78E1D}" type="presOf" srcId="{6B752BB8-E938-45DB-874D-46EDB2DEE998}" destId="{C177768A-08D7-AD48-A813-7AF91E28B5D3}" srcOrd="0" destOrd="0" presId="urn:microsoft.com/office/officeart/2005/8/layout/vList2"/>
    <dgm:cxn modelId="{840CBF71-0D5F-A142-B100-AAEAF3738C6D}" type="presOf" srcId="{2FBEFE0B-2265-40CF-9CCD-A923496C18AE}" destId="{C174AF32-A433-5944-BF88-9ACB16990D8A}" srcOrd="0" destOrd="0" presId="urn:microsoft.com/office/officeart/2005/8/layout/vList2"/>
    <dgm:cxn modelId="{95AEB68E-AFB5-8C41-A0BE-D008FA83AE6E}" type="presOf" srcId="{98C13573-D556-4A28-A263-7AC8FBA53F22}" destId="{4433967E-C1CE-E24C-B883-37FCC4406FC7}" srcOrd="0" destOrd="0" presId="urn:microsoft.com/office/officeart/2005/8/layout/vList2"/>
    <dgm:cxn modelId="{A9BD92A3-8770-2E48-AC50-4FF9B7773EA3}" type="presOf" srcId="{1CFCAF00-BE5C-41AC-8C93-8D203D31AB06}" destId="{51D8C266-E95B-9347-8B91-2FDE8B8EA7F9}" srcOrd="0" destOrd="0" presId="urn:microsoft.com/office/officeart/2005/8/layout/vList2"/>
    <dgm:cxn modelId="{BAC5F8ED-0EC7-4FB8-A231-4A97DCB2414C}" srcId="{6B752BB8-E938-45DB-874D-46EDB2DEE998}" destId="{2FBEFE0B-2265-40CF-9CCD-A923496C18AE}" srcOrd="1" destOrd="0" parTransId="{E230492D-5D6C-4BCF-927C-58CB349F4D97}" sibTransId="{84DED06D-519D-4DDC-867F-7E8F60238BF9}"/>
    <dgm:cxn modelId="{F8B1D2F9-2136-6C47-9DE8-DAF3C2903186}" type="presParOf" srcId="{C177768A-08D7-AD48-A813-7AF91E28B5D3}" destId="{4433967E-C1CE-E24C-B883-37FCC4406FC7}" srcOrd="0" destOrd="0" presId="urn:microsoft.com/office/officeart/2005/8/layout/vList2"/>
    <dgm:cxn modelId="{6D84292D-6085-A34A-80E8-ED5C5733DD2B}" type="presParOf" srcId="{C177768A-08D7-AD48-A813-7AF91E28B5D3}" destId="{CF59F3A6-D626-E045-90C7-0DFEE4B4FA0D}" srcOrd="1" destOrd="0" presId="urn:microsoft.com/office/officeart/2005/8/layout/vList2"/>
    <dgm:cxn modelId="{874CC22C-E9A4-0540-BCEE-E41E74203839}" type="presParOf" srcId="{C177768A-08D7-AD48-A813-7AF91E28B5D3}" destId="{C174AF32-A433-5944-BF88-9ACB16990D8A}" srcOrd="2" destOrd="0" presId="urn:microsoft.com/office/officeart/2005/8/layout/vList2"/>
    <dgm:cxn modelId="{D85E9AAF-2D12-434C-964B-5621043B01B4}" type="presParOf" srcId="{C177768A-08D7-AD48-A813-7AF91E28B5D3}" destId="{B7FC8FE8-E1C9-0241-8F20-0E70D005A810}" srcOrd="3" destOrd="0" presId="urn:microsoft.com/office/officeart/2005/8/layout/vList2"/>
    <dgm:cxn modelId="{965C7C5C-2EB4-F94A-AFEB-260E443F6DAB}" type="presParOf" srcId="{C177768A-08D7-AD48-A813-7AF91E28B5D3}" destId="{51D8C266-E95B-9347-8B91-2FDE8B8EA7F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7AB6B4-1E0A-4898-ADAD-604612D87B07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2B874F6-C96D-41C8-B0C9-83B92F5177EA}">
      <dgm:prSet/>
      <dgm:spPr/>
      <dgm:t>
        <a:bodyPr/>
        <a:lstStyle/>
        <a:p>
          <a:r>
            <a:rPr lang="en-IN"/>
            <a:t>Availability</a:t>
          </a:r>
          <a:endParaRPr lang="en-US"/>
        </a:p>
      </dgm:t>
    </dgm:pt>
    <dgm:pt modelId="{CAF6AC21-185B-468C-A101-0297CC40D891}" type="parTrans" cxnId="{6F58B287-6398-4291-A9A2-B88FDEA2F866}">
      <dgm:prSet/>
      <dgm:spPr/>
      <dgm:t>
        <a:bodyPr/>
        <a:lstStyle/>
        <a:p>
          <a:endParaRPr lang="en-US"/>
        </a:p>
      </dgm:t>
    </dgm:pt>
    <dgm:pt modelId="{29E9E9BC-C124-4128-8542-603C3DC37143}" type="sibTrans" cxnId="{6F58B287-6398-4291-A9A2-B88FDEA2F866}">
      <dgm:prSet/>
      <dgm:spPr/>
      <dgm:t>
        <a:bodyPr/>
        <a:lstStyle/>
        <a:p>
          <a:endParaRPr lang="en-US"/>
        </a:p>
      </dgm:t>
    </dgm:pt>
    <dgm:pt modelId="{9B2ABF00-F0D0-438C-B5FE-43D25400A36D}">
      <dgm:prSet/>
      <dgm:spPr/>
      <dgm:t>
        <a:bodyPr/>
        <a:lstStyle/>
        <a:p>
          <a:r>
            <a:rPr lang="en-IN"/>
            <a:t>Reliability</a:t>
          </a:r>
          <a:endParaRPr lang="en-US"/>
        </a:p>
      </dgm:t>
    </dgm:pt>
    <dgm:pt modelId="{BD84C658-8111-42BB-9BB0-3538AB92EFC3}" type="parTrans" cxnId="{75A89DC4-F0CD-4F9C-A42D-F2398351982B}">
      <dgm:prSet/>
      <dgm:spPr/>
      <dgm:t>
        <a:bodyPr/>
        <a:lstStyle/>
        <a:p>
          <a:endParaRPr lang="en-US"/>
        </a:p>
      </dgm:t>
    </dgm:pt>
    <dgm:pt modelId="{A5E88AB8-A8E6-42C7-A2CD-A57C6D162916}" type="sibTrans" cxnId="{75A89DC4-F0CD-4F9C-A42D-F2398351982B}">
      <dgm:prSet/>
      <dgm:spPr/>
      <dgm:t>
        <a:bodyPr/>
        <a:lstStyle/>
        <a:p>
          <a:endParaRPr lang="en-US"/>
        </a:p>
      </dgm:t>
    </dgm:pt>
    <dgm:pt modelId="{E168821E-82E1-495E-93B9-F7FF099E526E}">
      <dgm:prSet/>
      <dgm:spPr/>
      <dgm:t>
        <a:bodyPr/>
        <a:lstStyle/>
        <a:p>
          <a:r>
            <a:rPr lang="en-IN"/>
            <a:t>Scalability</a:t>
          </a:r>
          <a:endParaRPr lang="en-US"/>
        </a:p>
      </dgm:t>
    </dgm:pt>
    <dgm:pt modelId="{EB1F5266-3D4A-4EA8-9BF4-4C41698C7297}" type="parTrans" cxnId="{2B860C0E-875E-4A2A-B091-9D1A9CF76479}">
      <dgm:prSet/>
      <dgm:spPr/>
      <dgm:t>
        <a:bodyPr/>
        <a:lstStyle/>
        <a:p>
          <a:endParaRPr lang="en-US"/>
        </a:p>
      </dgm:t>
    </dgm:pt>
    <dgm:pt modelId="{F30D1ADC-7119-4AF8-A14E-F1D1C4EE3EA5}" type="sibTrans" cxnId="{2B860C0E-875E-4A2A-B091-9D1A9CF76479}">
      <dgm:prSet/>
      <dgm:spPr/>
      <dgm:t>
        <a:bodyPr/>
        <a:lstStyle/>
        <a:p>
          <a:endParaRPr lang="en-US"/>
        </a:p>
      </dgm:t>
    </dgm:pt>
    <dgm:pt modelId="{39D09393-0692-4BB9-8C99-A845C2863900}">
      <dgm:prSet/>
      <dgm:spPr/>
      <dgm:t>
        <a:bodyPr/>
        <a:lstStyle/>
        <a:p>
          <a:r>
            <a:rPr lang="en-IN"/>
            <a:t>Flexibility</a:t>
          </a:r>
          <a:endParaRPr lang="en-US"/>
        </a:p>
      </dgm:t>
    </dgm:pt>
    <dgm:pt modelId="{FD89BF3B-8B1F-4A52-A8D8-B9A8FF7D98DB}" type="parTrans" cxnId="{E016D9D0-2E77-43B9-BDB5-98E43338A077}">
      <dgm:prSet/>
      <dgm:spPr/>
      <dgm:t>
        <a:bodyPr/>
        <a:lstStyle/>
        <a:p>
          <a:endParaRPr lang="en-US"/>
        </a:p>
      </dgm:t>
    </dgm:pt>
    <dgm:pt modelId="{7C7F8103-374C-4D29-983E-839D222341A2}" type="sibTrans" cxnId="{E016D9D0-2E77-43B9-BDB5-98E43338A077}">
      <dgm:prSet/>
      <dgm:spPr/>
      <dgm:t>
        <a:bodyPr/>
        <a:lstStyle/>
        <a:p>
          <a:endParaRPr lang="en-US"/>
        </a:p>
      </dgm:t>
    </dgm:pt>
    <dgm:pt modelId="{88F5AFFA-B7F0-4795-B84D-AE0375E72FC7}">
      <dgm:prSet/>
      <dgm:spPr/>
      <dgm:t>
        <a:bodyPr/>
        <a:lstStyle/>
        <a:p>
          <a:r>
            <a:rPr lang="en-IN"/>
            <a:t>Security</a:t>
          </a:r>
          <a:endParaRPr lang="en-US"/>
        </a:p>
      </dgm:t>
    </dgm:pt>
    <dgm:pt modelId="{B9E96543-3045-4CDA-A03E-DDA28D944ECF}" type="parTrans" cxnId="{A0A28E98-DE7B-42E3-ADE2-14F30DE240B1}">
      <dgm:prSet/>
      <dgm:spPr/>
      <dgm:t>
        <a:bodyPr/>
        <a:lstStyle/>
        <a:p>
          <a:endParaRPr lang="en-US"/>
        </a:p>
      </dgm:t>
    </dgm:pt>
    <dgm:pt modelId="{B67232A6-BE54-4558-ACE7-99A3844FA0EE}" type="sibTrans" cxnId="{A0A28E98-DE7B-42E3-ADE2-14F30DE240B1}">
      <dgm:prSet/>
      <dgm:spPr/>
      <dgm:t>
        <a:bodyPr/>
        <a:lstStyle/>
        <a:p>
          <a:endParaRPr lang="en-US"/>
        </a:p>
      </dgm:t>
    </dgm:pt>
    <dgm:pt modelId="{06916CDC-66E0-471C-B18C-185AFE275E26}">
      <dgm:prSet/>
      <dgm:spPr/>
      <dgm:t>
        <a:bodyPr/>
        <a:lstStyle/>
        <a:p>
          <a:r>
            <a:rPr lang="en-IN"/>
            <a:t>Utilization</a:t>
          </a:r>
          <a:endParaRPr lang="en-US"/>
        </a:p>
      </dgm:t>
    </dgm:pt>
    <dgm:pt modelId="{662A93F8-CBA3-4763-AA0D-9C4A1C409448}" type="parTrans" cxnId="{42CE8A95-5C3A-46DB-AA81-ABCD1C8EB5E7}">
      <dgm:prSet/>
      <dgm:spPr/>
      <dgm:t>
        <a:bodyPr/>
        <a:lstStyle/>
        <a:p>
          <a:endParaRPr lang="en-US"/>
        </a:p>
      </dgm:t>
    </dgm:pt>
    <dgm:pt modelId="{EA904F24-7D50-48F8-BDAD-DFE81F86714B}" type="sibTrans" cxnId="{42CE8A95-5C3A-46DB-AA81-ABCD1C8EB5E7}">
      <dgm:prSet/>
      <dgm:spPr/>
      <dgm:t>
        <a:bodyPr/>
        <a:lstStyle/>
        <a:p>
          <a:endParaRPr lang="en-US"/>
        </a:p>
      </dgm:t>
    </dgm:pt>
    <dgm:pt modelId="{AE1F2BF3-A557-5B4C-AAA1-F24AB23666D1}" type="pres">
      <dgm:prSet presAssocID="{AB7AB6B4-1E0A-4898-ADAD-604612D87B07}" presName="linear" presStyleCnt="0">
        <dgm:presLayoutVars>
          <dgm:animLvl val="lvl"/>
          <dgm:resizeHandles val="exact"/>
        </dgm:presLayoutVars>
      </dgm:prSet>
      <dgm:spPr/>
    </dgm:pt>
    <dgm:pt modelId="{080FBE50-C030-484F-813F-4C28D6BF05CF}" type="pres">
      <dgm:prSet presAssocID="{02B874F6-C96D-41C8-B0C9-83B92F5177E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16038A2-C69C-4B4A-A241-EFF6FE269FE4}" type="pres">
      <dgm:prSet presAssocID="{29E9E9BC-C124-4128-8542-603C3DC37143}" presName="spacer" presStyleCnt="0"/>
      <dgm:spPr/>
    </dgm:pt>
    <dgm:pt modelId="{A1789ECA-61B2-EF43-A88B-EC429FD09774}" type="pres">
      <dgm:prSet presAssocID="{9B2ABF00-F0D0-438C-B5FE-43D25400A36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DC576FC-6698-6F4C-A7BC-4F5B5CBADD9D}" type="pres">
      <dgm:prSet presAssocID="{A5E88AB8-A8E6-42C7-A2CD-A57C6D162916}" presName="spacer" presStyleCnt="0"/>
      <dgm:spPr/>
    </dgm:pt>
    <dgm:pt modelId="{86CCF843-36B7-9548-A838-D0839B29BBB8}" type="pres">
      <dgm:prSet presAssocID="{E168821E-82E1-495E-93B9-F7FF099E526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C54340-699D-B344-A4B6-9050AFECA3B6}" type="pres">
      <dgm:prSet presAssocID="{F30D1ADC-7119-4AF8-A14E-F1D1C4EE3EA5}" presName="spacer" presStyleCnt="0"/>
      <dgm:spPr/>
    </dgm:pt>
    <dgm:pt modelId="{23937807-BE03-7640-97F2-F6B4736D9C5B}" type="pres">
      <dgm:prSet presAssocID="{39D09393-0692-4BB9-8C99-A845C286390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6BD8025-3FEB-F641-B290-AD4B1705B506}" type="pres">
      <dgm:prSet presAssocID="{7C7F8103-374C-4D29-983E-839D222341A2}" presName="spacer" presStyleCnt="0"/>
      <dgm:spPr/>
    </dgm:pt>
    <dgm:pt modelId="{74B7EB73-CBD2-9E42-A454-06BFE1DB8001}" type="pres">
      <dgm:prSet presAssocID="{88F5AFFA-B7F0-4795-B84D-AE0375E72FC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0463726-2211-2D4A-B838-BFDC6AE629AA}" type="pres">
      <dgm:prSet presAssocID="{B67232A6-BE54-4558-ACE7-99A3844FA0EE}" presName="spacer" presStyleCnt="0"/>
      <dgm:spPr/>
    </dgm:pt>
    <dgm:pt modelId="{31B4EE3D-4381-DF44-ABF9-3D14EE43D337}" type="pres">
      <dgm:prSet presAssocID="{06916CDC-66E0-471C-B18C-185AFE275E2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B860C0E-875E-4A2A-B091-9D1A9CF76479}" srcId="{AB7AB6B4-1E0A-4898-ADAD-604612D87B07}" destId="{E168821E-82E1-495E-93B9-F7FF099E526E}" srcOrd="2" destOrd="0" parTransId="{EB1F5266-3D4A-4EA8-9BF4-4C41698C7297}" sibTransId="{F30D1ADC-7119-4AF8-A14E-F1D1C4EE3EA5}"/>
    <dgm:cxn modelId="{39FDC722-F70F-6047-AFD6-9CBEF8FAB635}" type="presOf" srcId="{9B2ABF00-F0D0-438C-B5FE-43D25400A36D}" destId="{A1789ECA-61B2-EF43-A88B-EC429FD09774}" srcOrd="0" destOrd="0" presId="urn:microsoft.com/office/officeart/2005/8/layout/vList2"/>
    <dgm:cxn modelId="{A4CBCB4B-65B8-9141-9DA4-C759D7671C36}" type="presOf" srcId="{02B874F6-C96D-41C8-B0C9-83B92F5177EA}" destId="{080FBE50-C030-484F-813F-4C28D6BF05CF}" srcOrd="0" destOrd="0" presId="urn:microsoft.com/office/officeart/2005/8/layout/vList2"/>
    <dgm:cxn modelId="{A4763B5F-236E-0A4F-98AB-F7FC727C849D}" type="presOf" srcId="{88F5AFFA-B7F0-4795-B84D-AE0375E72FC7}" destId="{74B7EB73-CBD2-9E42-A454-06BFE1DB8001}" srcOrd="0" destOrd="0" presId="urn:microsoft.com/office/officeart/2005/8/layout/vList2"/>
    <dgm:cxn modelId="{6F58B287-6398-4291-A9A2-B88FDEA2F866}" srcId="{AB7AB6B4-1E0A-4898-ADAD-604612D87B07}" destId="{02B874F6-C96D-41C8-B0C9-83B92F5177EA}" srcOrd="0" destOrd="0" parTransId="{CAF6AC21-185B-468C-A101-0297CC40D891}" sibTransId="{29E9E9BC-C124-4128-8542-603C3DC37143}"/>
    <dgm:cxn modelId="{855D118E-269B-CF42-9BFE-3062297CA3E9}" type="presOf" srcId="{39D09393-0692-4BB9-8C99-A845C2863900}" destId="{23937807-BE03-7640-97F2-F6B4736D9C5B}" srcOrd="0" destOrd="0" presId="urn:microsoft.com/office/officeart/2005/8/layout/vList2"/>
    <dgm:cxn modelId="{CC8E2F8E-8867-944F-B189-E0C33EEF77AB}" type="presOf" srcId="{E168821E-82E1-495E-93B9-F7FF099E526E}" destId="{86CCF843-36B7-9548-A838-D0839B29BBB8}" srcOrd="0" destOrd="0" presId="urn:microsoft.com/office/officeart/2005/8/layout/vList2"/>
    <dgm:cxn modelId="{42CE8A95-5C3A-46DB-AA81-ABCD1C8EB5E7}" srcId="{AB7AB6B4-1E0A-4898-ADAD-604612D87B07}" destId="{06916CDC-66E0-471C-B18C-185AFE275E26}" srcOrd="5" destOrd="0" parTransId="{662A93F8-CBA3-4763-AA0D-9C4A1C409448}" sibTransId="{EA904F24-7D50-48F8-BDAD-DFE81F86714B}"/>
    <dgm:cxn modelId="{C0842096-CE1C-064E-874B-D786F6059683}" type="presOf" srcId="{06916CDC-66E0-471C-B18C-185AFE275E26}" destId="{31B4EE3D-4381-DF44-ABF9-3D14EE43D337}" srcOrd="0" destOrd="0" presId="urn:microsoft.com/office/officeart/2005/8/layout/vList2"/>
    <dgm:cxn modelId="{A0A28E98-DE7B-42E3-ADE2-14F30DE240B1}" srcId="{AB7AB6B4-1E0A-4898-ADAD-604612D87B07}" destId="{88F5AFFA-B7F0-4795-B84D-AE0375E72FC7}" srcOrd="4" destOrd="0" parTransId="{B9E96543-3045-4CDA-A03E-DDA28D944ECF}" sibTransId="{B67232A6-BE54-4558-ACE7-99A3844FA0EE}"/>
    <dgm:cxn modelId="{0CC20DA1-3B5D-E049-94CE-82E051856687}" type="presOf" srcId="{AB7AB6B4-1E0A-4898-ADAD-604612D87B07}" destId="{AE1F2BF3-A557-5B4C-AAA1-F24AB23666D1}" srcOrd="0" destOrd="0" presId="urn:microsoft.com/office/officeart/2005/8/layout/vList2"/>
    <dgm:cxn modelId="{75A89DC4-F0CD-4F9C-A42D-F2398351982B}" srcId="{AB7AB6B4-1E0A-4898-ADAD-604612D87B07}" destId="{9B2ABF00-F0D0-438C-B5FE-43D25400A36D}" srcOrd="1" destOrd="0" parTransId="{BD84C658-8111-42BB-9BB0-3538AB92EFC3}" sibTransId="{A5E88AB8-A8E6-42C7-A2CD-A57C6D162916}"/>
    <dgm:cxn modelId="{E016D9D0-2E77-43B9-BDB5-98E43338A077}" srcId="{AB7AB6B4-1E0A-4898-ADAD-604612D87B07}" destId="{39D09393-0692-4BB9-8C99-A845C2863900}" srcOrd="3" destOrd="0" parTransId="{FD89BF3B-8B1F-4A52-A8D8-B9A8FF7D98DB}" sibTransId="{7C7F8103-374C-4D29-983E-839D222341A2}"/>
    <dgm:cxn modelId="{86BA121C-F72D-434B-801C-2E66BC3F091C}" type="presParOf" srcId="{AE1F2BF3-A557-5B4C-AAA1-F24AB23666D1}" destId="{080FBE50-C030-484F-813F-4C28D6BF05CF}" srcOrd="0" destOrd="0" presId="urn:microsoft.com/office/officeart/2005/8/layout/vList2"/>
    <dgm:cxn modelId="{24CA9996-B3A3-874C-91E8-F7FC96710603}" type="presParOf" srcId="{AE1F2BF3-A557-5B4C-AAA1-F24AB23666D1}" destId="{416038A2-C69C-4B4A-A241-EFF6FE269FE4}" srcOrd="1" destOrd="0" presId="urn:microsoft.com/office/officeart/2005/8/layout/vList2"/>
    <dgm:cxn modelId="{FA9CE5CD-EC14-FC4E-8F11-3302926FC371}" type="presParOf" srcId="{AE1F2BF3-A557-5B4C-AAA1-F24AB23666D1}" destId="{A1789ECA-61B2-EF43-A88B-EC429FD09774}" srcOrd="2" destOrd="0" presId="urn:microsoft.com/office/officeart/2005/8/layout/vList2"/>
    <dgm:cxn modelId="{EB332E64-7204-A24F-9750-088C86B76B9D}" type="presParOf" srcId="{AE1F2BF3-A557-5B4C-AAA1-F24AB23666D1}" destId="{2DC576FC-6698-6F4C-A7BC-4F5B5CBADD9D}" srcOrd="3" destOrd="0" presId="urn:microsoft.com/office/officeart/2005/8/layout/vList2"/>
    <dgm:cxn modelId="{A5C6D82C-EB47-E744-B397-D08D89528EC5}" type="presParOf" srcId="{AE1F2BF3-A557-5B4C-AAA1-F24AB23666D1}" destId="{86CCF843-36B7-9548-A838-D0839B29BBB8}" srcOrd="4" destOrd="0" presId="urn:microsoft.com/office/officeart/2005/8/layout/vList2"/>
    <dgm:cxn modelId="{FEB609EA-57C6-C244-AC85-4208B629C54E}" type="presParOf" srcId="{AE1F2BF3-A557-5B4C-AAA1-F24AB23666D1}" destId="{67C54340-699D-B344-A4B6-9050AFECA3B6}" srcOrd="5" destOrd="0" presId="urn:microsoft.com/office/officeart/2005/8/layout/vList2"/>
    <dgm:cxn modelId="{4B43F3BD-FB7C-D443-82D6-5D96C12D6586}" type="presParOf" srcId="{AE1F2BF3-A557-5B4C-AAA1-F24AB23666D1}" destId="{23937807-BE03-7640-97F2-F6B4736D9C5B}" srcOrd="6" destOrd="0" presId="urn:microsoft.com/office/officeart/2005/8/layout/vList2"/>
    <dgm:cxn modelId="{26CA8AEF-7CA6-FF44-9E2D-0C206BF78DD0}" type="presParOf" srcId="{AE1F2BF3-A557-5B4C-AAA1-F24AB23666D1}" destId="{A6BD8025-3FEB-F641-B290-AD4B1705B506}" srcOrd="7" destOrd="0" presId="urn:microsoft.com/office/officeart/2005/8/layout/vList2"/>
    <dgm:cxn modelId="{1D4A607F-AA11-D449-B689-B808D8007251}" type="presParOf" srcId="{AE1F2BF3-A557-5B4C-AAA1-F24AB23666D1}" destId="{74B7EB73-CBD2-9E42-A454-06BFE1DB8001}" srcOrd="8" destOrd="0" presId="urn:microsoft.com/office/officeart/2005/8/layout/vList2"/>
    <dgm:cxn modelId="{86CAF9E1-50BD-E64F-BB1B-DD46B97F4BA2}" type="presParOf" srcId="{AE1F2BF3-A557-5B4C-AAA1-F24AB23666D1}" destId="{D0463726-2211-2D4A-B838-BFDC6AE629AA}" srcOrd="9" destOrd="0" presId="urn:microsoft.com/office/officeart/2005/8/layout/vList2"/>
    <dgm:cxn modelId="{6E535C50-8037-164D-A996-74BFFCEFC84B}" type="presParOf" srcId="{AE1F2BF3-A557-5B4C-AAA1-F24AB23666D1}" destId="{31B4EE3D-4381-DF44-ABF9-3D14EE43D33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2BCE79-FB78-4165-A711-42F3E2FC260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F5BD6B4-2CA8-4049-B38E-BC4482E2946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The CPU virtualization is generally called hardware-assisted virtualization. It allows VMs to run in privileged and unprivileged modes where instructions are executed in the CPU’s user mode, and the VMM runs in supervisor mode</a:t>
          </a:r>
          <a:endParaRPr lang="en-US"/>
        </a:p>
      </dgm:t>
    </dgm:pt>
    <dgm:pt modelId="{9F5E4C24-4AEB-478F-907B-57CF74FCEC01}" type="parTrans" cxnId="{F5453A0E-042C-4D4F-AECB-D020ED07FD65}">
      <dgm:prSet/>
      <dgm:spPr/>
      <dgm:t>
        <a:bodyPr/>
        <a:lstStyle/>
        <a:p>
          <a:endParaRPr lang="en-US"/>
        </a:p>
      </dgm:t>
    </dgm:pt>
    <dgm:pt modelId="{DC3A8555-C9D8-485E-90E7-B56339832DC7}" type="sibTrans" cxnId="{F5453A0E-042C-4D4F-AECB-D020ED07FD65}">
      <dgm:prSet/>
      <dgm:spPr/>
      <dgm:t>
        <a:bodyPr/>
        <a:lstStyle/>
        <a:p>
          <a:endParaRPr lang="en-US"/>
        </a:p>
      </dgm:t>
    </dgm:pt>
    <dgm:pt modelId="{701C00B7-C742-4E97-9702-A98BDA5A1AE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Full Virtualization Using Binary Translation</a:t>
          </a:r>
          <a:endParaRPr lang="en-US"/>
        </a:p>
      </dgm:t>
    </dgm:pt>
    <dgm:pt modelId="{63EE3208-3370-4D01-93BC-B5B99C9B2146}" type="parTrans" cxnId="{824D5D25-240D-4669-B6E3-793E74A27020}">
      <dgm:prSet/>
      <dgm:spPr/>
      <dgm:t>
        <a:bodyPr/>
        <a:lstStyle/>
        <a:p>
          <a:endParaRPr lang="en-US"/>
        </a:p>
      </dgm:t>
    </dgm:pt>
    <dgm:pt modelId="{45F53652-C975-4E4C-B5BD-5B0985735F2D}" type="sibTrans" cxnId="{824D5D25-240D-4669-B6E3-793E74A27020}">
      <dgm:prSet/>
      <dgm:spPr/>
      <dgm:t>
        <a:bodyPr/>
        <a:lstStyle/>
        <a:p>
          <a:endParaRPr lang="en-US"/>
        </a:p>
      </dgm:t>
    </dgm:pt>
    <dgm:pt modelId="{01044439-D0BA-4F92-A718-ABDE1F02121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Paravirtualization or Operating System-Assisted Virtualization</a:t>
          </a:r>
          <a:endParaRPr lang="en-US"/>
        </a:p>
      </dgm:t>
    </dgm:pt>
    <dgm:pt modelId="{EC50AE22-0AEF-4B83-8E75-6A1983B108A9}" type="parTrans" cxnId="{1375965E-A534-40A6-8CE9-ED2D4CCC7DCE}">
      <dgm:prSet/>
      <dgm:spPr/>
      <dgm:t>
        <a:bodyPr/>
        <a:lstStyle/>
        <a:p>
          <a:endParaRPr lang="en-US"/>
        </a:p>
      </dgm:t>
    </dgm:pt>
    <dgm:pt modelId="{EFB022E2-036E-4E7B-AA64-8D5B88901E27}" type="sibTrans" cxnId="{1375965E-A534-40A6-8CE9-ED2D4CCC7DCE}">
      <dgm:prSet/>
      <dgm:spPr/>
      <dgm:t>
        <a:bodyPr/>
        <a:lstStyle/>
        <a:p>
          <a:endParaRPr lang="en-US"/>
        </a:p>
      </dgm:t>
    </dgm:pt>
    <dgm:pt modelId="{55B50E60-4F47-424B-8097-614600F6DAA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Hardware-assisted Virtualization</a:t>
          </a:r>
          <a:endParaRPr lang="en-US"/>
        </a:p>
      </dgm:t>
    </dgm:pt>
    <dgm:pt modelId="{FFAAB303-C024-47A1-A471-9B8C6BB508AA}" type="parTrans" cxnId="{FF60CC25-5779-4670-9603-11295ED536B6}">
      <dgm:prSet/>
      <dgm:spPr/>
      <dgm:t>
        <a:bodyPr/>
        <a:lstStyle/>
        <a:p>
          <a:endParaRPr lang="en-US"/>
        </a:p>
      </dgm:t>
    </dgm:pt>
    <dgm:pt modelId="{23FAF343-4B8F-4066-A148-78F10B930986}" type="sibTrans" cxnId="{FF60CC25-5779-4670-9603-11295ED536B6}">
      <dgm:prSet/>
      <dgm:spPr/>
      <dgm:t>
        <a:bodyPr/>
        <a:lstStyle/>
        <a:p>
          <a:endParaRPr lang="en-US"/>
        </a:p>
      </dgm:t>
    </dgm:pt>
    <dgm:pt modelId="{517BB7C3-BE70-400A-AF10-7BC2D5706360}" type="pres">
      <dgm:prSet presAssocID="{542BCE79-FB78-4165-A711-42F3E2FC260B}" presName="root" presStyleCnt="0">
        <dgm:presLayoutVars>
          <dgm:dir/>
          <dgm:resizeHandles val="exact"/>
        </dgm:presLayoutVars>
      </dgm:prSet>
      <dgm:spPr/>
    </dgm:pt>
    <dgm:pt modelId="{82213B69-5722-4733-9CBA-8B5D9E683509}" type="pres">
      <dgm:prSet presAssocID="{2F5BD6B4-2CA8-4049-B38E-BC4482E29463}" presName="compNode" presStyleCnt="0"/>
      <dgm:spPr/>
    </dgm:pt>
    <dgm:pt modelId="{527F661B-180E-4AF4-9067-CAC9AA691F46}" type="pres">
      <dgm:prSet presAssocID="{2F5BD6B4-2CA8-4049-B38E-BC4482E29463}" presName="bgRect" presStyleLbl="bgShp" presStyleIdx="0" presStyleCnt="4"/>
      <dgm:spPr/>
    </dgm:pt>
    <dgm:pt modelId="{4999A430-E14D-4FE5-8947-EC29406F1BB5}" type="pres">
      <dgm:prSet presAssocID="{2F5BD6B4-2CA8-4049-B38E-BC4482E2946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33A6BF9-3186-42A4-8CD0-7047DA916A29}" type="pres">
      <dgm:prSet presAssocID="{2F5BD6B4-2CA8-4049-B38E-BC4482E29463}" presName="spaceRect" presStyleCnt="0"/>
      <dgm:spPr/>
    </dgm:pt>
    <dgm:pt modelId="{28EA2449-4240-4171-AC29-B17A895200EA}" type="pres">
      <dgm:prSet presAssocID="{2F5BD6B4-2CA8-4049-B38E-BC4482E29463}" presName="parTx" presStyleLbl="revTx" presStyleIdx="0" presStyleCnt="4">
        <dgm:presLayoutVars>
          <dgm:chMax val="0"/>
          <dgm:chPref val="0"/>
        </dgm:presLayoutVars>
      </dgm:prSet>
      <dgm:spPr/>
    </dgm:pt>
    <dgm:pt modelId="{0A371F0A-497D-4692-AFC4-F46666A1E4BF}" type="pres">
      <dgm:prSet presAssocID="{DC3A8555-C9D8-485E-90E7-B56339832DC7}" presName="sibTrans" presStyleCnt="0"/>
      <dgm:spPr/>
    </dgm:pt>
    <dgm:pt modelId="{C9FAAF56-2DC3-410C-9162-9BF22549C20E}" type="pres">
      <dgm:prSet presAssocID="{701C00B7-C742-4E97-9702-A98BDA5A1AE8}" presName="compNode" presStyleCnt="0"/>
      <dgm:spPr/>
    </dgm:pt>
    <dgm:pt modelId="{D0F3AE3A-EEA1-454C-AC18-3A1162A81623}" type="pres">
      <dgm:prSet presAssocID="{701C00B7-C742-4E97-9702-A98BDA5A1AE8}" presName="bgRect" presStyleLbl="bgShp" presStyleIdx="1" presStyleCnt="4"/>
      <dgm:spPr/>
    </dgm:pt>
    <dgm:pt modelId="{754C70D7-1B03-4779-950C-0D2D800A885F}" type="pres">
      <dgm:prSet presAssocID="{701C00B7-C742-4E97-9702-A98BDA5A1AE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7944D3E-F0E9-444C-9608-54C7D2505B55}" type="pres">
      <dgm:prSet presAssocID="{701C00B7-C742-4E97-9702-A98BDA5A1AE8}" presName="spaceRect" presStyleCnt="0"/>
      <dgm:spPr/>
    </dgm:pt>
    <dgm:pt modelId="{55B29F8D-8A37-4D01-A88A-DD8D3E3B8E87}" type="pres">
      <dgm:prSet presAssocID="{701C00B7-C742-4E97-9702-A98BDA5A1AE8}" presName="parTx" presStyleLbl="revTx" presStyleIdx="1" presStyleCnt="4">
        <dgm:presLayoutVars>
          <dgm:chMax val="0"/>
          <dgm:chPref val="0"/>
        </dgm:presLayoutVars>
      </dgm:prSet>
      <dgm:spPr/>
    </dgm:pt>
    <dgm:pt modelId="{2D7F795A-4BA2-4FF8-86F4-8440053C6DC4}" type="pres">
      <dgm:prSet presAssocID="{45F53652-C975-4E4C-B5BD-5B0985735F2D}" presName="sibTrans" presStyleCnt="0"/>
      <dgm:spPr/>
    </dgm:pt>
    <dgm:pt modelId="{E72218FD-0B17-4DBC-B099-C724C8E684E3}" type="pres">
      <dgm:prSet presAssocID="{01044439-D0BA-4F92-A718-ABDE1F021219}" presName="compNode" presStyleCnt="0"/>
      <dgm:spPr/>
    </dgm:pt>
    <dgm:pt modelId="{D2926FF1-78AF-4E77-B394-A706AA2D375A}" type="pres">
      <dgm:prSet presAssocID="{01044439-D0BA-4F92-A718-ABDE1F021219}" presName="bgRect" presStyleLbl="bgShp" presStyleIdx="2" presStyleCnt="4"/>
      <dgm:spPr/>
    </dgm:pt>
    <dgm:pt modelId="{25854F45-0387-4480-BDAC-6F2AD9233E7D}" type="pres">
      <dgm:prSet presAssocID="{01044439-D0BA-4F92-A718-ABDE1F02121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5D297E2-FB96-4A95-B7AA-05C9A8BB4C11}" type="pres">
      <dgm:prSet presAssocID="{01044439-D0BA-4F92-A718-ABDE1F021219}" presName="spaceRect" presStyleCnt="0"/>
      <dgm:spPr/>
    </dgm:pt>
    <dgm:pt modelId="{E3FF6BCB-090C-4298-B7EB-FCD7E25DA42C}" type="pres">
      <dgm:prSet presAssocID="{01044439-D0BA-4F92-A718-ABDE1F021219}" presName="parTx" presStyleLbl="revTx" presStyleIdx="2" presStyleCnt="4">
        <dgm:presLayoutVars>
          <dgm:chMax val="0"/>
          <dgm:chPref val="0"/>
        </dgm:presLayoutVars>
      </dgm:prSet>
      <dgm:spPr/>
    </dgm:pt>
    <dgm:pt modelId="{2A6F3D46-C12F-4D1D-A25F-276A9C631493}" type="pres">
      <dgm:prSet presAssocID="{EFB022E2-036E-4E7B-AA64-8D5B88901E27}" presName="sibTrans" presStyleCnt="0"/>
      <dgm:spPr/>
    </dgm:pt>
    <dgm:pt modelId="{E35DEF26-6232-4407-9AD7-13E5B4484B0E}" type="pres">
      <dgm:prSet presAssocID="{55B50E60-4F47-424B-8097-614600F6DAA8}" presName="compNode" presStyleCnt="0"/>
      <dgm:spPr/>
    </dgm:pt>
    <dgm:pt modelId="{69B7495A-C789-4ADC-8B5A-F1BD95C9A91E}" type="pres">
      <dgm:prSet presAssocID="{55B50E60-4F47-424B-8097-614600F6DAA8}" presName="bgRect" presStyleLbl="bgShp" presStyleIdx="3" presStyleCnt="4"/>
      <dgm:spPr/>
    </dgm:pt>
    <dgm:pt modelId="{1DD3CC36-C0F2-4E5D-893D-FF97BFA55857}" type="pres">
      <dgm:prSet presAssocID="{55B50E60-4F47-424B-8097-614600F6DAA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7ABBC9D-C270-41A4-9411-79483BD627D3}" type="pres">
      <dgm:prSet presAssocID="{55B50E60-4F47-424B-8097-614600F6DAA8}" presName="spaceRect" presStyleCnt="0"/>
      <dgm:spPr/>
    </dgm:pt>
    <dgm:pt modelId="{58B14043-AA35-41C1-98AB-AF2BE3FDB8EE}" type="pres">
      <dgm:prSet presAssocID="{55B50E60-4F47-424B-8097-614600F6DA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5453A0E-042C-4D4F-AECB-D020ED07FD65}" srcId="{542BCE79-FB78-4165-A711-42F3E2FC260B}" destId="{2F5BD6B4-2CA8-4049-B38E-BC4482E29463}" srcOrd="0" destOrd="0" parTransId="{9F5E4C24-4AEB-478F-907B-57CF74FCEC01}" sibTransId="{DC3A8555-C9D8-485E-90E7-B56339832DC7}"/>
    <dgm:cxn modelId="{1C7B9D23-73B1-B14A-B4CD-0556AE4B776C}" type="presOf" srcId="{542BCE79-FB78-4165-A711-42F3E2FC260B}" destId="{517BB7C3-BE70-400A-AF10-7BC2D5706360}" srcOrd="0" destOrd="0" presId="urn:microsoft.com/office/officeart/2018/2/layout/IconVerticalSolidList"/>
    <dgm:cxn modelId="{824D5D25-240D-4669-B6E3-793E74A27020}" srcId="{542BCE79-FB78-4165-A711-42F3E2FC260B}" destId="{701C00B7-C742-4E97-9702-A98BDA5A1AE8}" srcOrd="1" destOrd="0" parTransId="{63EE3208-3370-4D01-93BC-B5B99C9B2146}" sibTransId="{45F53652-C975-4E4C-B5BD-5B0985735F2D}"/>
    <dgm:cxn modelId="{FF60CC25-5779-4670-9603-11295ED536B6}" srcId="{542BCE79-FB78-4165-A711-42F3E2FC260B}" destId="{55B50E60-4F47-424B-8097-614600F6DAA8}" srcOrd="3" destOrd="0" parTransId="{FFAAB303-C024-47A1-A471-9B8C6BB508AA}" sibTransId="{23FAF343-4B8F-4066-A148-78F10B930986}"/>
    <dgm:cxn modelId="{1BAE663C-215E-9140-9E77-7B24E2715D68}" type="presOf" srcId="{01044439-D0BA-4F92-A718-ABDE1F021219}" destId="{E3FF6BCB-090C-4298-B7EB-FCD7E25DA42C}" srcOrd="0" destOrd="0" presId="urn:microsoft.com/office/officeart/2018/2/layout/IconVerticalSolidList"/>
    <dgm:cxn modelId="{1375965E-A534-40A6-8CE9-ED2D4CCC7DCE}" srcId="{542BCE79-FB78-4165-A711-42F3E2FC260B}" destId="{01044439-D0BA-4F92-A718-ABDE1F021219}" srcOrd="2" destOrd="0" parTransId="{EC50AE22-0AEF-4B83-8E75-6A1983B108A9}" sibTransId="{EFB022E2-036E-4E7B-AA64-8D5B88901E27}"/>
    <dgm:cxn modelId="{78527B62-B928-DE4E-A4B7-2CBB514B3BF4}" type="presOf" srcId="{55B50E60-4F47-424B-8097-614600F6DAA8}" destId="{58B14043-AA35-41C1-98AB-AF2BE3FDB8EE}" srcOrd="0" destOrd="0" presId="urn:microsoft.com/office/officeart/2018/2/layout/IconVerticalSolidList"/>
    <dgm:cxn modelId="{AFF86EBE-E85F-3E43-8637-2EC1C68A9E67}" type="presOf" srcId="{2F5BD6B4-2CA8-4049-B38E-BC4482E29463}" destId="{28EA2449-4240-4171-AC29-B17A895200EA}" srcOrd="0" destOrd="0" presId="urn:microsoft.com/office/officeart/2018/2/layout/IconVerticalSolidList"/>
    <dgm:cxn modelId="{6891AAD8-E4F3-7541-A16A-AA6CA4D023EC}" type="presOf" srcId="{701C00B7-C742-4E97-9702-A98BDA5A1AE8}" destId="{55B29F8D-8A37-4D01-A88A-DD8D3E3B8E87}" srcOrd="0" destOrd="0" presId="urn:microsoft.com/office/officeart/2018/2/layout/IconVerticalSolidList"/>
    <dgm:cxn modelId="{D1921FFC-4691-3D4D-B14F-6EB7D53BAC17}" type="presParOf" srcId="{517BB7C3-BE70-400A-AF10-7BC2D5706360}" destId="{82213B69-5722-4733-9CBA-8B5D9E683509}" srcOrd="0" destOrd="0" presId="urn:microsoft.com/office/officeart/2018/2/layout/IconVerticalSolidList"/>
    <dgm:cxn modelId="{6FF0A232-B972-894C-84AE-36D1B66750BE}" type="presParOf" srcId="{82213B69-5722-4733-9CBA-8B5D9E683509}" destId="{527F661B-180E-4AF4-9067-CAC9AA691F46}" srcOrd="0" destOrd="0" presId="urn:microsoft.com/office/officeart/2018/2/layout/IconVerticalSolidList"/>
    <dgm:cxn modelId="{27891F9F-C658-054B-A174-BDEA3AB1E3CD}" type="presParOf" srcId="{82213B69-5722-4733-9CBA-8B5D9E683509}" destId="{4999A430-E14D-4FE5-8947-EC29406F1BB5}" srcOrd="1" destOrd="0" presId="urn:microsoft.com/office/officeart/2018/2/layout/IconVerticalSolidList"/>
    <dgm:cxn modelId="{D87E33ED-E978-5244-83DF-950A52D8B396}" type="presParOf" srcId="{82213B69-5722-4733-9CBA-8B5D9E683509}" destId="{133A6BF9-3186-42A4-8CD0-7047DA916A29}" srcOrd="2" destOrd="0" presId="urn:microsoft.com/office/officeart/2018/2/layout/IconVerticalSolidList"/>
    <dgm:cxn modelId="{114AFA23-041C-574E-98FA-9D10D283CACE}" type="presParOf" srcId="{82213B69-5722-4733-9CBA-8B5D9E683509}" destId="{28EA2449-4240-4171-AC29-B17A895200EA}" srcOrd="3" destOrd="0" presId="urn:microsoft.com/office/officeart/2018/2/layout/IconVerticalSolidList"/>
    <dgm:cxn modelId="{5F9EBB1C-E999-874E-8ACC-10D8A793FFF8}" type="presParOf" srcId="{517BB7C3-BE70-400A-AF10-7BC2D5706360}" destId="{0A371F0A-497D-4692-AFC4-F46666A1E4BF}" srcOrd="1" destOrd="0" presId="urn:microsoft.com/office/officeart/2018/2/layout/IconVerticalSolidList"/>
    <dgm:cxn modelId="{154D8976-011A-894D-A816-0A9EBB5EF271}" type="presParOf" srcId="{517BB7C3-BE70-400A-AF10-7BC2D5706360}" destId="{C9FAAF56-2DC3-410C-9162-9BF22549C20E}" srcOrd="2" destOrd="0" presId="urn:microsoft.com/office/officeart/2018/2/layout/IconVerticalSolidList"/>
    <dgm:cxn modelId="{BEB42576-4067-A241-85AB-3ED4181D03F4}" type="presParOf" srcId="{C9FAAF56-2DC3-410C-9162-9BF22549C20E}" destId="{D0F3AE3A-EEA1-454C-AC18-3A1162A81623}" srcOrd="0" destOrd="0" presId="urn:microsoft.com/office/officeart/2018/2/layout/IconVerticalSolidList"/>
    <dgm:cxn modelId="{0D533301-99CA-394A-9979-5234EDF7CCA5}" type="presParOf" srcId="{C9FAAF56-2DC3-410C-9162-9BF22549C20E}" destId="{754C70D7-1B03-4779-950C-0D2D800A885F}" srcOrd="1" destOrd="0" presId="urn:microsoft.com/office/officeart/2018/2/layout/IconVerticalSolidList"/>
    <dgm:cxn modelId="{5C0916CB-93D0-F94A-9569-14D71C79F888}" type="presParOf" srcId="{C9FAAF56-2DC3-410C-9162-9BF22549C20E}" destId="{F7944D3E-F0E9-444C-9608-54C7D2505B55}" srcOrd="2" destOrd="0" presId="urn:microsoft.com/office/officeart/2018/2/layout/IconVerticalSolidList"/>
    <dgm:cxn modelId="{BCFB10DD-4EFD-7C44-8BFD-67BB3C1B1A94}" type="presParOf" srcId="{C9FAAF56-2DC3-410C-9162-9BF22549C20E}" destId="{55B29F8D-8A37-4D01-A88A-DD8D3E3B8E87}" srcOrd="3" destOrd="0" presId="urn:microsoft.com/office/officeart/2018/2/layout/IconVerticalSolidList"/>
    <dgm:cxn modelId="{099813C3-BF4A-904E-9AC9-EE26390D0D43}" type="presParOf" srcId="{517BB7C3-BE70-400A-AF10-7BC2D5706360}" destId="{2D7F795A-4BA2-4FF8-86F4-8440053C6DC4}" srcOrd="3" destOrd="0" presId="urn:microsoft.com/office/officeart/2018/2/layout/IconVerticalSolidList"/>
    <dgm:cxn modelId="{3CF1D4FD-034B-B443-B9AC-EC76EF758574}" type="presParOf" srcId="{517BB7C3-BE70-400A-AF10-7BC2D5706360}" destId="{E72218FD-0B17-4DBC-B099-C724C8E684E3}" srcOrd="4" destOrd="0" presId="urn:microsoft.com/office/officeart/2018/2/layout/IconVerticalSolidList"/>
    <dgm:cxn modelId="{44B0CA1D-7743-084F-9B9E-08A724FEB748}" type="presParOf" srcId="{E72218FD-0B17-4DBC-B099-C724C8E684E3}" destId="{D2926FF1-78AF-4E77-B394-A706AA2D375A}" srcOrd="0" destOrd="0" presId="urn:microsoft.com/office/officeart/2018/2/layout/IconVerticalSolidList"/>
    <dgm:cxn modelId="{59CB8AE4-6B0F-1B40-A15C-4B753631F1E2}" type="presParOf" srcId="{E72218FD-0B17-4DBC-B099-C724C8E684E3}" destId="{25854F45-0387-4480-BDAC-6F2AD9233E7D}" srcOrd="1" destOrd="0" presId="urn:microsoft.com/office/officeart/2018/2/layout/IconVerticalSolidList"/>
    <dgm:cxn modelId="{67611BAE-251C-254A-A633-7C52C3582724}" type="presParOf" srcId="{E72218FD-0B17-4DBC-B099-C724C8E684E3}" destId="{B5D297E2-FB96-4A95-B7AA-05C9A8BB4C11}" srcOrd="2" destOrd="0" presId="urn:microsoft.com/office/officeart/2018/2/layout/IconVerticalSolidList"/>
    <dgm:cxn modelId="{C08D325C-665C-CA4C-8D77-83E1A6DE8221}" type="presParOf" srcId="{E72218FD-0B17-4DBC-B099-C724C8E684E3}" destId="{E3FF6BCB-090C-4298-B7EB-FCD7E25DA42C}" srcOrd="3" destOrd="0" presId="urn:microsoft.com/office/officeart/2018/2/layout/IconVerticalSolidList"/>
    <dgm:cxn modelId="{060471F6-0477-5B45-B45A-794FD4877C95}" type="presParOf" srcId="{517BB7C3-BE70-400A-AF10-7BC2D5706360}" destId="{2A6F3D46-C12F-4D1D-A25F-276A9C631493}" srcOrd="5" destOrd="0" presId="urn:microsoft.com/office/officeart/2018/2/layout/IconVerticalSolidList"/>
    <dgm:cxn modelId="{A53572CD-4E73-AC4E-912B-BDCD1E8F8CB6}" type="presParOf" srcId="{517BB7C3-BE70-400A-AF10-7BC2D5706360}" destId="{E35DEF26-6232-4407-9AD7-13E5B4484B0E}" srcOrd="6" destOrd="0" presId="urn:microsoft.com/office/officeart/2018/2/layout/IconVerticalSolidList"/>
    <dgm:cxn modelId="{6C23D094-413A-9148-917F-DC38003EC293}" type="presParOf" srcId="{E35DEF26-6232-4407-9AD7-13E5B4484B0E}" destId="{69B7495A-C789-4ADC-8B5A-F1BD95C9A91E}" srcOrd="0" destOrd="0" presId="urn:microsoft.com/office/officeart/2018/2/layout/IconVerticalSolidList"/>
    <dgm:cxn modelId="{2F24CBB3-A107-C64F-A564-75AB46B33FCB}" type="presParOf" srcId="{E35DEF26-6232-4407-9AD7-13E5B4484B0E}" destId="{1DD3CC36-C0F2-4E5D-893D-FF97BFA55857}" srcOrd="1" destOrd="0" presId="urn:microsoft.com/office/officeart/2018/2/layout/IconVerticalSolidList"/>
    <dgm:cxn modelId="{3F81E387-0F20-184D-8510-4C148E54AC19}" type="presParOf" srcId="{E35DEF26-6232-4407-9AD7-13E5B4484B0E}" destId="{C7ABBC9D-C270-41A4-9411-79483BD627D3}" srcOrd="2" destOrd="0" presId="urn:microsoft.com/office/officeart/2018/2/layout/IconVerticalSolidList"/>
    <dgm:cxn modelId="{7281C03B-59B0-C144-9B7C-F282392EC3AB}" type="presParOf" srcId="{E35DEF26-6232-4407-9AD7-13E5B4484B0E}" destId="{58B14043-AA35-41C1-98AB-AF2BE3FDB8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3967E-C1CE-E24C-B883-37FCC4406FC7}">
      <dsp:nvSpPr>
        <dsp:cNvPr id="0" name=""/>
        <dsp:cNvSpPr/>
      </dsp:nvSpPr>
      <dsp:spPr>
        <a:xfrm>
          <a:off x="0" y="169673"/>
          <a:ext cx="6159500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500" kern="1200"/>
            <a:t>Partitioning</a:t>
          </a:r>
          <a:endParaRPr lang="en-US" sz="6500" kern="1200"/>
        </a:p>
      </dsp:txBody>
      <dsp:txXfrm>
        <a:off x="76105" y="245778"/>
        <a:ext cx="6007290" cy="1406815"/>
      </dsp:txXfrm>
    </dsp:sp>
    <dsp:sp modelId="{C174AF32-A433-5944-BF88-9ACB16990D8A}">
      <dsp:nvSpPr>
        <dsp:cNvPr id="0" name=""/>
        <dsp:cNvSpPr/>
      </dsp:nvSpPr>
      <dsp:spPr>
        <a:xfrm>
          <a:off x="0" y="1915898"/>
          <a:ext cx="6159500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500" kern="1200"/>
            <a:t>Isolation</a:t>
          </a:r>
          <a:endParaRPr lang="en-US" sz="6500" kern="1200"/>
        </a:p>
      </dsp:txBody>
      <dsp:txXfrm>
        <a:off x="76105" y="1992003"/>
        <a:ext cx="6007290" cy="1406815"/>
      </dsp:txXfrm>
    </dsp:sp>
    <dsp:sp modelId="{51D8C266-E95B-9347-8B91-2FDE8B8EA7F9}">
      <dsp:nvSpPr>
        <dsp:cNvPr id="0" name=""/>
        <dsp:cNvSpPr/>
      </dsp:nvSpPr>
      <dsp:spPr>
        <a:xfrm>
          <a:off x="0" y="3662123"/>
          <a:ext cx="6159500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500" kern="1200"/>
            <a:t>Encapsulation</a:t>
          </a:r>
          <a:endParaRPr lang="en-US" sz="6500" kern="1200"/>
        </a:p>
      </dsp:txBody>
      <dsp:txXfrm>
        <a:off x="76105" y="3738228"/>
        <a:ext cx="6007290" cy="14068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0FBE50-C030-484F-813F-4C28D6BF05CF}">
      <dsp:nvSpPr>
        <dsp:cNvPr id="0" name=""/>
        <dsp:cNvSpPr/>
      </dsp:nvSpPr>
      <dsp:spPr>
        <a:xfrm>
          <a:off x="0" y="4140"/>
          <a:ext cx="6159500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/>
            <a:t>Availability</a:t>
          </a:r>
          <a:endParaRPr lang="en-US" sz="3400" kern="1200"/>
        </a:p>
      </dsp:txBody>
      <dsp:txXfrm>
        <a:off x="39809" y="43949"/>
        <a:ext cx="6079882" cy="735872"/>
      </dsp:txXfrm>
    </dsp:sp>
    <dsp:sp modelId="{A1789ECA-61B2-EF43-A88B-EC429FD09774}">
      <dsp:nvSpPr>
        <dsp:cNvPr id="0" name=""/>
        <dsp:cNvSpPr/>
      </dsp:nvSpPr>
      <dsp:spPr>
        <a:xfrm>
          <a:off x="0" y="917550"/>
          <a:ext cx="6159500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/>
            <a:t>Reliability</a:t>
          </a:r>
          <a:endParaRPr lang="en-US" sz="3400" kern="1200"/>
        </a:p>
      </dsp:txBody>
      <dsp:txXfrm>
        <a:off x="39809" y="957359"/>
        <a:ext cx="6079882" cy="735872"/>
      </dsp:txXfrm>
    </dsp:sp>
    <dsp:sp modelId="{86CCF843-36B7-9548-A838-D0839B29BBB8}">
      <dsp:nvSpPr>
        <dsp:cNvPr id="0" name=""/>
        <dsp:cNvSpPr/>
      </dsp:nvSpPr>
      <dsp:spPr>
        <a:xfrm>
          <a:off x="0" y="1830961"/>
          <a:ext cx="6159500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/>
            <a:t>Scalability</a:t>
          </a:r>
          <a:endParaRPr lang="en-US" sz="3400" kern="1200"/>
        </a:p>
      </dsp:txBody>
      <dsp:txXfrm>
        <a:off x="39809" y="1870770"/>
        <a:ext cx="6079882" cy="735872"/>
      </dsp:txXfrm>
    </dsp:sp>
    <dsp:sp modelId="{23937807-BE03-7640-97F2-F6B4736D9C5B}">
      <dsp:nvSpPr>
        <dsp:cNvPr id="0" name=""/>
        <dsp:cNvSpPr/>
      </dsp:nvSpPr>
      <dsp:spPr>
        <a:xfrm>
          <a:off x="0" y="2744371"/>
          <a:ext cx="6159500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/>
            <a:t>Flexibility</a:t>
          </a:r>
          <a:endParaRPr lang="en-US" sz="3400" kern="1200"/>
        </a:p>
      </dsp:txBody>
      <dsp:txXfrm>
        <a:off x="39809" y="2784180"/>
        <a:ext cx="6079882" cy="735872"/>
      </dsp:txXfrm>
    </dsp:sp>
    <dsp:sp modelId="{74B7EB73-CBD2-9E42-A454-06BFE1DB8001}">
      <dsp:nvSpPr>
        <dsp:cNvPr id="0" name=""/>
        <dsp:cNvSpPr/>
      </dsp:nvSpPr>
      <dsp:spPr>
        <a:xfrm>
          <a:off x="0" y="3657781"/>
          <a:ext cx="6159500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/>
            <a:t>Security</a:t>
          </a:r>
          <a:endParaRPr lang="en-US" sz="3400" kern="1200"/>
        </a:p>
      </dsp:txBody>
      <dsp:txXfrm>
        <a:off x="39809" y="3697590"/>
        <a:ext cx="6079882" cy="735872"/>
      </dsp:txXfrm>
    </dsp:sp>
    <dsp:sp modelId="{31B4EE3D-4381-DF44-ABF9-3D14EE43D337}">
      <dsp:nvSpPr>
        <dsp:cNvPr id="0" name=""/>
        <dsp:cNvSpPr/>
      </dsp:nvSpPr>
      <dsp:spPr>
        <a:xfrm>
          <a:off x="0" y="4571191"/>
          <a:ext cx="6159500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/>
            <a:t>Utilization</a:t>
          </a:r>
          <a:endParaRPr lang="en-US" sz="3400" kern="1200"/>
        </a:p>
      </dsp:txBody>
      <dsp:txXfrm>
        <a:off x="39809" y="4611000"/>
        <a:ext cx="6079882" cy="735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F661B-180E-4AF4-9067-CAC9AA691F46}">
      <dsp:nvSpPr>
        <dsp:cNvPr id="0" name=""/>
        <dsp:cNvSpPr/>
      </dsp:nvSpPr>
      <dsp:spPr>
        <a:xfrm>
          <a:off x="0" y="3331"/>
          <a:ext cx="8467558" cy="70895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99A430-E14D-4FE5-8947-EC29406F1BB5}">
      <dsp:nvSpPr>
        <dsp:cNvPr id="0" name=""/>
        <dsp:cNvSpPr/>
      </dsp:nvSpPr>
      <dsp:spPr>
        <a:xfrm>
          <a:off x="214459" y="162846"/>
          <a:ext cx="390306" cy="3899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A2449-4240-4171-AC29-B17A895200EA}">
      <dsp:nvSpPr>
        <dsp:cNvPr id="0" name=""/>
        <dsp:cNvSpPr/>
      </dsp:nvSpPr>
      <dsp:spPr>
        <a:xfrm>
          <a:off x="819224" y="3331"/>
          <a:ext cx="7611322" cy="775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65" tIns="82065" rIns="82065" bIns="8206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 CPU virtualization is generally called hardware-assisted virtualization. It allows VMs to run in privileged and unprivileged modes where instructions are executed in the CPU’s user mode, and the VMM runs in supervisor mode</a:t>
          </a:r>
          <a:endParaRPr lang="en-US" sz="1400" kern="1200"/>
        </a:p>
      </dsp:txBody>
      <dsp:txXfrm>
        <a:off x="819224" y="3331"/>
        <a:ext cx="7611322" cy="775420"/>
      </dsp:txXfrm>
    </dsp:sp>
    <dsp:sp modelId="{D0F3AE3A-EEA1-454C-AC18-3A1162A81623}">
      <dsp:nvSpPr>
        <dsp:cNvPr id="0" name=""/>
        <dsp:cNvSpPr/>
      </dsp:nvSpPr>
      <dsp:spPr>
        <a:xfrm>
          <a:off x="0" y="972606"/>
          <a:ext cx="8467558" cy="70895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4C70D7-1B03-4779-950C-0D2D800A885F}">
      <dsp:nvSpPr>
        <dsp:cNvPr id="0" name=""/>
        <dsp:cNvSpPr/>
      </dsp:nvSpPr>
      <dsp:spPr>
        <a:xfrm>
          <a:off x="214459" y="1132121"/>
          <a:ext cx="390306" cy="3899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29F8D-8A37-4D01-A88A-DD8D3E3B8E87}">
      <dsp:nvSpPr>
        <dsp:cNvPr id="0" name=""/>
        <dsp:cNvSpPr/>
      </dsp:nvSpPr>
      <dsp:spPr>
        <a:xfrm>
          <a:off x="819224" y="972606"/>
          <a:ext cx="7611322" cy="775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65" tIns="82065" rIns="82065" bIns="8206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Full Virtualization Using Binary Translation</a:t>
          </a:r>
          <a:endParaRPr lang="en-US" sz="1400" kern="1200"/>
        </a:p>
      </dsp:txBody>
      <dsp:txXfrm>
        <a:off x="819224" y="972606"/>
        <a:ext cx="7611322" cy="775420"/>
      </dsp:txXfrm>
    </dsp:sp>
    <dsp:sp modelId="{D2926FF1-78AF-4E77-B394-A706AA2D375A}">
      <dsp:nvSpPr>
        <dsp:cNvPr id="0" name=""/>
        <dsp:cNvSpPr/>
      </dsp:nvSpPr>
      <dsp:spPr>
        <a:xfrm>
          <a:off x="0" y="1941882"/>
          <a:ext cx="8467558" cy="70895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854F45-0387-4480-BDAC-6F2AD9233E7D}">
      <dsp:nvSpPr>
        <dsp:cNvPr id="0" name=""/>
        <dsp:cNvSpPr/>
      </dsp:nvSpPr>
      <dsp:spPr>
        <a:xfrm>
          <a:off x="214459" y="2101397"/>
          <a:ext cx="390306" cy="3899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F6BCB-090C-4298-B7EB-FCD7E25DA42C}">
      <dsp:nvSpPr>
        <dsp:cNvPr id="0" name=""/>
        <dsp:cNvSpPr/>
      </dsp:nvSpPr>
      <dsp:spPr>
        <a:xfrm>
          <a:off x="819224" y="1941882"/>
          <a:ext cx="7611322" cy="775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65" tIns="82065" rIns="82065" bIns="8206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Paravirtualization or Operating System-Assisted Virtualization</a:t>
          </a:r>
          <a:endParaRPr lang="en-US" sz="1400" kern="1200"/>
        </a:p>
      </dsp:txBody>
      <dsp:txXfrm>
        <a:off x="819224" y="1941882"/>
        <a:ext cx="7611322" cy="775420"/>
      </dsp:txXfrm>
    </dsp:sp>
    <dsp:sp modelId="{69B7495A-C789-4ADC-8B5A-F1BD95C9A91E}">
      <dsp:nvSpPr>
        <dsp:cNvPr id="0" name=""/>
        <dsp:cNvSpPr/>
      </dsp:nvSpPr>
      <dsp:spPr>
        <a:xfrm>
          <a:off x="0" y="2911157"/>
          <a:ext cx="8467558" cy="70895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D3CC36-C0F2-4E5D-893D-FF97BFA55857}">
      <dsp:nvSpPr>
        <dsp:cNvPr id="0" name=""/>
        <dsp:cNvSpPr/>
      </dsp:nvSpPr>
      <dsp:spPr>
        <a:xfrm>
          <a:off x="214459" y="3070672"/>
          <a:ext cx="390306" cy="3899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B14043-AA35-41C1-98AB-AF2BE3FDB8EE}">
      <dsp:nvSpPr>
        <dsp:cNvPr id="0" name=""/>
        <dsp:cNvSpPr/>
      </dsp:nvSpPr>
      <dsp:spPr>
        <a:xfrm>
          <a:off x="819224" y="2911157"/>
          <a:ext cx="7611322" cy="775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065" tIns="82065" rIns="82065" bIns="8206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Hardware-assisted Virtualization</a:t>
          </a:r>
          <a:endParaRPr lang="en-US" sz="1400" kern="1200"/>
        </a:p>
      </dsp:txBody>
      <dsp:txXfrm>
        <a:off x="819224" y="2911157"/>
        <a:ext cx="7611322" cy="775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3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5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1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53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1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32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5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7/13/26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78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20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98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84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17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4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7/13/26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3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7/13/26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95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61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7/13/26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86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94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7/13/26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916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729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7/13/26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108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7/13/26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76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7/13/26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399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569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7/13/26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085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7/13/26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409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7/13/26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938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391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463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307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49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06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12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05260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4199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5940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102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26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980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574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114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719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33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003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8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98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88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63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FD91-CD67-6B5F-827D-9E5131D14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n-IN" dirty="0"/>
              <a:t>Virtualization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F76CE-2CEF-0D70-1316-04705303C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/>
              <a:t>Add a brief explanation of the presentation’s purpose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3D535B-EE0A-5DB1-1285-CC347484FE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46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BEE25-309E-7171-415F-BF5A4D4B3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>
            <a:normAutofit/>
          </a:bodyPr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5085436-AEF7-B50B-2632-15F658D85A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E3DE9-8A26-4D67-42D3-1EE3B6BE141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/>
          <a:p>
            <a:r>
              <a:rPr lang="en-IN" dirty="0"/>
              <a:t>Virtualization is a technology that divides the resources of a computer into multiple execution environments and enables it to run multiple operating systems (OSs) along with their applications on the same computer at the same time.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828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EED6-CBDE-9190-4340-247963C1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 anchor="t">
            <a:normAutofit/>
          </a:bodyPr>
          <a:lstStyle/>
          <a:p>
            <a:r>
              <a:rPr lang="en-IN" dirty="0"/>
              <a:t>Characteristics of Virtualization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AE7AB9-BCE2-BEAD-5B52-447819CE9BE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03135049"/>
              </p:ext>
            </p:extLst>
          </p:nvPr>
        </p:nvGraphicFramePr>
        <p:xfrm>
          <a:off x="5522913" y="877456"/>
          <a:ext cx="6159500" cy="5390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908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A816-6691-CB3D-8273-45795ED0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 anchor="t">
            <a:normAutofit/>
          </a:bodyPr>
          <a:lstStyle/>
          <a:p>
            <a:r>
              <a:rPr lang="en-IN" dirty="0"/>
              <a:t>Importance of Virtualization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BACFD8-3E67-1C15-C531-394799F2AA5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104544"/>
              </p:ext>
            </p:extLst>
          </p:nvPr>
        </p:nvGraphicFramePr>
        <p:xfrm>
          <a:off x="5522913" y="877456"/>
          <a:ext cx="6159500" cy="5390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178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DE5D-C45C-CCFE-E12D-C676297F0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/>
          <a:p>
            <a:r>
              <a:rPr lang="en-IN" sz="4600" dirty="0"/>
              <a:t>Classification of Virtualization</a:t>
            </a:r>
            <a:endParaRPr lang="en-US" sz="46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8290799-3C6D-F1C1-5ABA-9A695D352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B936D5D-75BC-C58F-261A-27A73505F1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3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1A2F-37FD-BE20-BB9D-2C3F8F415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>
            <a:normAutofit/>
          </a:bodyPr>
          <a:lstStyle/>
          <a:p>
            <a:r>
              <a:rPr lang="en-IN" dirty="0"/>
              <a:t>Network Virtualization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DB88EAF-2EBD-4D96-C2C3-E95E82EC0B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4C85F-6022-44B5-3794-BA31F49279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/>
          <a:p>
            <a:r>
              <a:rPr lang="en-IN" dirty="0"/>
              <a:t>Network virtualization provides the deployment of network resources as logical resources by multiplexing a physical network interface card (NIC) as multiple virtual NICs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46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E490-6E5C-06E5-F71F-DC8795FD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/>
          <a:p>
            <a:r>
              <a:rPr lang="en-IN" dirty="0"/>
              <a:t>Desktop Virtualization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39C2B99-6F52-E7F5-691D-B5719E11F0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6B904-98A2-BF5A-7624-D981C130F3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/>
          <a:p>
            <a:r>
              <a:rPr lang="en-IN" sz="1900"/>
              <a:t>Desktop virtualization is the ability to display desktop environments across VMs by moving OSs and their applications.</a:t>
            </a:r>
          </a:p>
          <a:p>
            <a:r>
              <a:rPr lang="en-IN" sz="1900"/>
              <a:t>The two forms of desktop virtualization are:</a:t>
            </a:r>
          </a:p>
          <a:p>
            <a:pPr lvl="1"/>
            <a:r>
              <a:rPr lang="en-IN" sz="1900"/>
              <a:t>Server-Side Desktop Virtualization</a:t>
            </a:r>
          </a:p>
          <a:p>
            <a:pPr lvl="1"/>
            <a:r>
              <a:rPr lang="en-US" sz="1900"/>
              <a:t>C</a:t>
            </a:r>
            <a:r>
              <a:rPr lang="en-IN" sz="1900" err="1"/>
              <a:t>lient</a:t>
            </a:r>
            <a:r>
              <a:rPr lang="en-IN" sz="1900"/>
              <a:t>-Side Desktop Virtualization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626289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B85B-4B08-C746-35FA-C8304955B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/>
          <a:p>
            <a:r>
              <a:rPr lang="en-IN" dirty="0"/>
              <a:t>Application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DBC33-ED1D-63BF-8B66-C59B8D394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>
            <a:normAutofit/>
          </a:bodyPr>
          <a:lstStyle/>
          <a:p>
            <a:r>
              <a:rPr lang="en-IN" dirty="0"/>
              <a:t>In application virtualization, applications are compiled into machine-independent byte codes that can subsequently be executed on any VM execution environment</a:t>
            </a:r>
          </a:p>
          <a:p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DCDF988-7901-3D46-E199-A509FFD19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47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551CD-173C-1162-B0EA-7CCA02F6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/>
          <a:p>
            <a:r>
              <a:rPr lang="en-IN"/>
              <a:t>Central Processing Unit Virtualization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03D19A-D230-9CC8-7983-0FA9FC44932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7206609"/>
              </p:ext>
            </p:extLst>
          </p:nvPr>
        </p:nvGraphicFramePr>
        <p:xfrm>
          <a:off x="612647" y="2333860"/>
          <a:ext cx="8467558" cy="3689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0712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4507-67E3-5C1C-2908-357A8139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/>
          <a:p>
            <a:r>
              <a:rPr lang="en-IN" dirty="0"/>
              <a:t>Memory 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F3F26-9872-8F3E-93CB-ACA2B8CFDB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>
            <a:normAutofit/>
          </a:bodyPr>
          <a:lstStyle/>
          <a:p>
            <a:r>
              <a:rPr lang="en-IN" dirty="0"/>
              <a:t>Memory virtualization shares the physical system memory and dynamically allocates it to the memory of VMs</a:t>
            </a:r>
          </a:p>
          <a:p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AD4981-E55E-E04C-3E0F-4E39726DC7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32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2462-4BE0-1DFD-3F44-0991A26EB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/>
          <a:p>
            <a:r>
              <a:rPr lang="en-IN" sz="2500"/>
              <a:t>Input/Output Devices Virtualization</a:t>
            </a:r>
            <a:br>
              <a:rPr lang="en-IN" sz="2500"/>
            </a:br>
            <a:endParaRPr lang="en-US" sz="2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9F8F7-D235-BBC8-D18E-7ED2485FD0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In I/O virtualization, the I/O requests are routed between virtual devices and the shared physical hardware</a:t>
            </a:r>
          </a:p>
          <a:p>
            <a:r>
              <a:rPr lang="en-IN" dirty="0"/>
              <a:t>Full Device Emulation</a:t>
            </a:r>
          </a:p>
          <a:p>
            <a:r>
              <a:rPr lang="en-IN" dirty="0"/>
              <a:t>Para-I/O Virtualization</a:t>
            </a:r>
          </a:p>
          <a:p>
            <a:r>
              <a:rPr lang="en-IN" dirty="0"/>
              <a:t>Direct I/O Virtualization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C3D502C-CB53-FA72-8DE2-E87C594973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95973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261</Words>
  <Application>Microsoft Macintosh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Helena</vt:lpstr>
      <vt:lpstr>Virtualization</vt:lpstr>
      <vt:lpstr>Introduction</vt:lpstr>
      <vt:lpstr>Characteristics of Virtualization</vt:lpstr>
      <vt:lpstr>Importance of Virtualization</vt:lpstr>
      <vt:lpstr>Classification of Virtualization</vt:lpstr>
      <vt:lpstr>Network Virtualization</vt:lpstr>
      <vt:lpstr>Desktop Virtualization</vt:lpstr>
      <vt:lpstr>Application Virtualization</vt:lpstr>
      <vt:lpstr>Central Processing Unit Virtualization</vt:lpstr>
      <vt:lpstr>Memory Virtualization</vt:lpstr>
      <vt:lpstr>Input/Output Devices Virtualization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Sarith M</dc:creator>
  <cp:lastModifiedBy>Sarith M</cp:lastModifiedBy>
  <cp:revision>2</cp:revision>
  <dcterms:created xsi:type="dcterms:W3CDTF">2026-07-12T13:34:20Z</dcterms:created>
  <dcterms:modified xsi:type="dcterms:W3CDTF">2026-07-13T09:30:13Z</dcterms:modified>
</cp:coreProperties>
</file>